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37"/>
    <p:restoredTop sz="94608"/>
  </p:normalViewPr>
  <p:slideViewPr>
    <p:cSldViewPr snapToGrid="0">
      <p:cViewPr varScale="1">
        <p:scale>
          <a:sx n="117" d="100"/>
          <a:sy n="117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5/28/24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2c4q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9F3AB0-4A0D-976F-41E7-3310D5779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751455"/>
            <a:ext cx="3942392" cy="326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B8994B3-7ED7-58C0-B06A-A63B6F4B6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8166" y="2751455"/>
            <a:ext cx="3942393" cy="326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29C7241-F25C-29F0-3E83-E721750B6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332" y="2751454"/>
            <a:ext cx="3942392" cy="326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0.080 </a:t>
            </a:r>
          </a:p>
          <a:p>
            <a:r>
              <a:rPr lang="en-US" dirty="0"/>
              <a:t>Spearman rank correlation coefficient: 0.014 </a:t>
            </a:r>
          </a:p>
          <a:p>
            <a:r>
              <a:rPr lang="en-US" dirty="0"/>
              <a:t>Coefficient of Determination (R^2): 0.006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944658D-14AD-C8EA-EEFC-2620A1893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3687671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E96989D-5FD4-7ED8-8514-C993C9A06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785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CD80598-1091-B4DB-37A9-0E5C6B3A1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4148" y="3687670"/>
            <a:ext cx="3864430" cy="274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42</Words>
  <Application>Microsoft Macintosh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2c4q – RNA Complex</vt:lpstr>
      <vt:lpstr>Phi &amp; Gamma Graphs</vt:lpstr>
      <vt:lpstr>2c4q_Single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1</cp:revision>
  <dcterms:created xsi:type="dcterms:W3CDTF">2024-05-28T17:18:23Z</dcterms:created>
  <dcterms:modified xsi:type="dcterms:W3CDTF">2024-05-28T17:25:21Z</dcterms:modified>
</cp:coreProperties>
</file>