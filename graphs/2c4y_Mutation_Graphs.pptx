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1" r:id="rId3"/>
    <p:sldId id="285" r:id="rId4"/>
    <p:sldId id="283" r:id="rId5"/>
    <p:sldId id="284" r:id="rId6"/>
    <p:sldId id="287" r:id="rId7"/>
    <p:sldId id="28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14"/>
    <p:restoredTop sz="94779"/>
  </p:normalViewPr>
  <p:slideViewPr>
    <p:cSldViewPr snapToGrid="0">
      <p:cViewPr varScale="1">
        <p:scale>
          <a:sx n="211" d="100"/>
          <a:sy n="211" d="100"/>
        </p:scale>
        <p:origin x="128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B8F3D-E3A1-C4C5-9659-4CD199FA66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977C86-7188-FF95-3EBE-39934757F7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F40E2-EAFF-7887-C94A-595CAB76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3FEA3-3644-F61B-8F9D-DC5F53968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CC71A-AD01-5714-31A0-48DB16D60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66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62579-AA63-790D-E7D3-2AAC2B9A0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A0205-8C30-B889-C848-EDB67C542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42477-06CB-4336-59A0-75B9F28CA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E1340B-E882-E832-2431-352C985C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A8658-73A7-54F1-4630-A7C8F2A28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28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DC070-6A4C-7504-BDC8-14A5093FA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2C1B66-97F4-24C8-873C-40CE1EF373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377C5-3FD1-18E8-84A6-C31E9749B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CD231B-3CC9-3544-BD5F-C7A0528CD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AF470A-56FC-45E0-2AE0-7AB489D9D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603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FA0B-0AF4-5F92-5DD1-5FC05E88E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AF0B3-98CF-9DAF-EA19-197919F0E2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9215D9-C778-7C4B-10E1-DEEE0D224D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7F988-AC8B-72F8-7570-32B061B90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A04901-815E-F6FC-2936-FCE15AC1A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83EE-2F28-5BE1-576B-6EEDC99E0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517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1126-EC0C-58F7-1242-A7CD47AA6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AB837B-36D0-05E0-1D18-2CC4A3F8DB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2C7B88-FDC1-5F36-8176-983F232AB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014B1-3F46-7BE2-BE7A-FD9A1CF5D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B8527-884C-747D-4516-0BCC9C9F41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99ED19-66FF-EEEA-4A25-66EA34A44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7/7/24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9799AC-B7DF-F1EE-5901-0482AD27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D6BA36-C399-231F-D560-F90EFEDF6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682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47C68-B6FE-33B9-C6D8-C059547A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F68376-074C-79FC-3718-2DA6539D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7/7/24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E6E093-6F54-0829-2E4B-9EEED220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7A02B9-6EB0-B7F2-2FF0-F861350AF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06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57442F-CEAB-3221-4582-456F8BAE7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7/7/24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C62BA8-BC7C-62A0-ED96-594761BA0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C398F7-DB8F-A203-337C-F4630399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043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B52CE-505E-1AFB-82A3-A34E766A7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8F571-59D5-8262-5E89-FFC784FAF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936BB3-7B51-B20C-91F8-5A57C1B155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545AE3-8EA2-6705-D2DA-D005DA666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64C6AC-1389-4D68-A749-E288C8FBC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E0B92-027E-5A6B-54B6-997A58B6D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57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78308-E2BA-E22A-4D05-D0D2956D8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DDC56F-F9E7-A2C7-1F02-2ED1A8BA2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183506-1FBD-A578-F4C0-756103663B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DCA73A-55BA-13E8-E16A-07AB258F8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1D31AA-C146-9B1D-0A6B-225DC27FA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81DF61-1860-079C-AE94-E22F06DF1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666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26754-07F6-7CFC-59B5-9F48E67EC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8054C8-0369-177F-0260-6D98609B8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5D84C-D09E-82E2-06ED-C5892D8BD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1F40D-A21F-C11B-939C-71C8A04EB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10C2D-909D-B1FA-44AB-3E8DD0A4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82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717951-B2FA-A353-EAF5-664C536D14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97FB23-2DF5-6DDA-7402-3D89AAD3D2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901967-BB3D-5E64-B865-DD8C10A5D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0C182-C38A-B69A-A27A-73CBCAA74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102FB-FB3A-C20D-951E-116434102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828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AD012C-4C06-7A61-0BBB-6B44521E1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82E2CD-6FD1-C920-5125-35935870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8D8D0-09D6-B38C-1D5B-B468AB9347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F24598-E0FC-E241-BAA2-BE1A2687DE9E}" type="datetimeFigureOut">
              <a:rPr lang="en-US" smtClean="0"/>
              <a:t>7/7/24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37CD8-336E-1A1F-5E5B-807D78021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5EE0C-56A8-F005-A100-E9E58FA5F5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667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A7F1-AA06-D470-5620-D21ECC7B5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2c4y – RNA Complex</a:t>
            </a:r>
          </a:p>
        </p:txBody>
      </p:sp>
    </p:spTree>
    <p:extLst>
      <p:ext uri="{BB962C8B-B14F-4D97-AF65-F5344CB8AC3E}">
        <p14:creationId xmlns:p14="http://schemas.microsoft.com/office/powerpoint/2010/main" val="1724322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2c4y Phi 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41872" y="2251494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4548116" y="2251494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8582403" y="2251494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</p:spTree>
    <p:extLst>
      <p:ext uri="{BB962C8B-B14F-4D97-AF65-F5344CB8AC3E}">
        <p14:creationId xmlns:p14="http://schemas.microsoft.com/office/powerpoint/2010/main" val="1584959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2c4y_Single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0.200 </a:t>
            </a:r>
          </a:p>
          <a:p>
            <a:r>
              <a:rPr lang="en-US" dirty="0"/>
              <a:t>Spearman rank correlation coefficient: 0.099 </a:t>
            </a:r>
          </a:p>
          <a:p>
            <a:r>
              <a:rPr lang="en-US" dirty="0"/>
              <a:t>Coefficient of Determination (R^2): 0.040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BB1C39-6BBB-B5E3-4634-AB0A7C44F5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63" y="3168608"/>
            <a:ext cx="3898697" cy="2771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D862A64-992A-EF83-C33C-3186969BD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651" y="3168608"/>
            <a:ext cx="3898697" cy="2771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A7BEA25-6317-92E7-6137-EAA057FD11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4040" y="3168608"/>
            <a:ext cx="3898697" cy="2771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941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2c4y_Double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0.238 </a:t>
            </a:r>
          </a:p>
          <a:p>
            <a:r>
              <a:rPr lang="en-US" dirty="0"/>
              <a:t>Spearman rank correlation coefficient: 0.209 </a:t>
            </a:r>
          </a:p>
          <a:p>
            <a:r>
              <a:rPr lang="en-US" dirty="0"/>
              <a:t>Coefficient of Determination (R^2): 0.056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B07B0C9-6A34-512A-F1B4-31FD83CECE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63" y="3203428"/>
            <a:ext cx="3866464" cy="2749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4BDEA9DD-1928-FB09-DB4D-FFBBFB92CF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2768" y="3203428"/>
            <a:ext cx="3866464" cy="2749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E92FCE9F-F4E4-480C-5173-1E47E9826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2205" y="3203428"/>
            <a:ext cx="3866464" cy="2749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389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2c4y_Triple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-0.002 </a:t>
            </a:r>
          </a:p>
          <a:p>
            <a:r>
              <a:rPr lang="en-US" dirty="0"/>
              <a:t>Spearman rank correlation coefficient: -0.050 </a:t>
            </a:r>
          </a:p>
          <a:p>
            <a:r>
              <a:rPr lang="en-US" dirty="0"/>
              <a:t>Coefficient of Determination (R^2): 0.000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B09FA9-8599-741F-7A0B-869688D9E1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774" y="3428999"/>
            <a:ext cx="3859987" cy="2744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86D49AB-EF31-B732-5A79-531BDFAAA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6006" y="3429000"/>
            <a:ext cx="3859987" cy="2744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9080C5DD-E1CE-02E7-729E-8D30D1C05F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4240" y="3428998"/>
            <a:ext cx="3859986" cy="2744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150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2c4y_Quadruple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-0.171 </a:t>
            </a:r>
          </a:p>
          <a:p>
            <a:r>
              <a:rPr lang="en-US" dirty="0"/>
              <a:t>Spearman rank correlation coefficient: -0.141 </a:t>
            </a:r>
          </a:p>
          <a:p>
            <a:r>
              <a:rPr lang="en-US" dirty="0"/>
              <a:t>Coefficient of Determination (R^2): 0.029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4751458-7A2C-269A-593D-1EC61BEEB4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31" y="3239759"/>
            <a:ext cx="3999579" cy="2829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28CF4B73-FDDA-357B-765A-6A90DD261A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6210" y="3239761"/>
            <a:ext cx="3999579" cy="2829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FE3738C8-E0A1-2102-E6C0-C4983D0CCC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5789" y="3239760"/>
            <a:ext cx="3999579" cy="2829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215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2c4y_AF_Quadruple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-0.361 </a:t>
            </a:r>
          </a:p>
          <a:p>
            <a:r>
              <a:rPr lang="en-US" dirty="0"/>
              <a:t>Spearman rank correlation coefficient: -0.243 </a:t>
            </a:r>
          </a:p>
          <a:p>
            <a:r>
              <a:rPr lang="en-US" dirty="0"/>
              <a:t>Coefficient of Determination (R^2): 0.131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58CA5718-92A9-BBCE-7CAC-74CE0B7B11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19" y="3449643"/>
            <a:ext cx="3754241" cy="2655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A7066C76-35C6-5DE3-E8AF-B89AE6F8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4506" y="3449643"/>
            <a:ext cx="3754241" cy="2655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DB930AF4-6706-DB10-0D61-FE8EC3CE2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3593" y="3449643"/>
            <a:ext cx="3754241" cy="2655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51225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29459</TotalTime>
  <Words>163</Words>
  <Application>Microsoft Macintosh PowerPoint</Application>
  <PresentationFormat>Widescreen</PresentationFormat>
  <Paragraphs>25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2c4y – RNA Complex</vt:lpstr>
      <vt:lpstr>2c4y Phi &amp; Gamma Graphs</vt:lpstr>
      <vt:lpstr>2c4y_Single Mutation – PHI 9.5</vt:lpstr>
      <vt:lpstr>2c4y_Double Mutation – PHI 9.5</vt:lpstr>
      <vt:lpstr>2c4y_Triple Mutation – PHI 9.5</vt:lpstr>
      <vt:lpstr>2c4y_Quadruple Mutation – PHI 9.5</vt:lpstr>
      <vt:lpstr>2c4y_AF_Quadruple Mutation – PHI 9.5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2c4q – RNA Complex</dc:title>
  <dc:creator>Eduardo Cisneros</dc:creator>
  <cp:lastModifiedBy>Eduardo Cisneros</cp:lastModifiedBy>
  <cp:revision>13</cp:revision>
  <dcterms:created xsi:type="dcterms:W3CDTF">2024-05-28T17:18:23Z</dcterms:created>
  <dcterms:modified xsi:type="dcterms:W3CDTF">2024-07-08T02:21:20Z</dcterms:modified>
</cp:coreProperties>
</file>