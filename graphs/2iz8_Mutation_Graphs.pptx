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89" r:id="rId3"/>
    <p:sldId id="288" r:id="rId4"/>
    <p:sldId id="28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720"/>
  </p:normalViewPr>
  <p:slideViewPr>
    <p:cSldViewPr snapToGrid="0">
      <p:cViewPr varScale="1">
        <p:scale>
          <a:sx n="102" d="100"/>
          <a:sy n="102" d="100"/>
        </p:scale>
        <p:origin x="216" y="2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D1540-9C46-6A49-8390-69F79BC20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C7EB26-C869-5DCF-C8B7-A5F755D7E4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44859-942E-7A77-1F96-3437D20D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00795-71E0-2E18-FE53-A41630EB8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82C3B-EF1E-4D65-92AD-D893E352A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2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C2836-2909-C435-BF58-870D0CBC8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8E10-5DA7-D75C-3FDC-BD6F4935B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52612-CE2D-57ED-BE77-742423759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65838-7FA0-BBD6-9C1D-37891B620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E3E5D-CD50-8531-C983-071C413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2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2822-991D-764D-24DE-27DFF4A7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85132-6347-31F8-5BE4-4BEE8B694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54F47-5D78-B715-EB92-651D3437C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4BBEF-DD2E-C252-30FD-FE28CA3B2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FAB24-1661-9150-B9D3-0EFF0FF20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94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6493F-3F68-F158-2A23-9119BB9F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77BBB-F5D9-0E47-53F3-717FF074C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52555-8314-9AE2-8BC2-63342E535C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1876FB-0F37-8FE4-CF50-67588F679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327C20-C714-A61F-94E5-73DB17D3D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A83981-1443-6A5B-7B1D-8B7CE0E8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454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CB74-3D34-FBEF-A7D7-F416D9104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C3A09-6B61-A4B3-0665-78A1D28B5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F0B9E-F571-4CB0-BD2C-ED6747C09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64D4A-6550-1905-0F52-B98BD30904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F86FC7-E80B-A35D-0B98-4569D1B54E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C278CD-A66A-5068-B2BD-B54CF705A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7C57AF-9021-A49C-7E60-68B556401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4034BA-727F-BDA6-2245-A274825C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39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D2B51-4FCB-CD23-A2D7-ABD29FE6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8BC0E7-38C1-CCF9-B14A-79885306B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79CF5-30C8-E951-61AD-09B66F440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EA2CEB-BE61-A680-31E5-24BF0EC55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161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B098D5-2D14-E004-680F-C0103561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43158-5353-6F9E-1C64-8671A9157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5D1B7-652D-1AD2-1527-C63F02EC2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68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CACA5-469E-B92B-F5E0-F451015CC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245E4-7A2F-1CD4-0261-05A5FA764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31AB04-EA5A-229F-E7E5-74CA8A795D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969D61-F6AF-A171-7755-E78824D30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2DA93B-8636-27C4-F590-55C446AE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FE2736-4F38-5886-DB99-20A02E23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936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BF4AC-E989-F7AF-3715-F79C647A1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E34B46-1AFA-97D3-A1DE-B282619E24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D1F9C-1F04-7ADF-4795-E2ED3DBC2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551F5-9786-7615-3ADB-48946FF87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10F13-EF9C-0CA4-BB0C-61C3D1F97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1B011D-2B71-1690-C802-7B23B0043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56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729E1-F2FC-1119-45DF-947B1860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B7F38-4678-0EF7-DCD9-BF306A0AF4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EB387-6F8D-D07C-7E3A-2925BF334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F624C-0CBE-9C0F-C4AD-96670089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D805C-8042-41FA-1616-3776EBDE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698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E85D7E-03D9-1950-5E1F-7893B32D0C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B04AD6-5592-8C11-5D77-E230B98A1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A43B2-62F6-C09E-4A5B-4D7B5FC5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239E5-A940-7273-B68C-8A473D1C9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137CE-3543-291F-A088-0FA47822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78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88837C-27E7-F541-DEF8-15A726A7C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DEA7B-D9F1-FDAF-F4F9-46D9C2F97A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EB3FE-E482-E180-CE89-455D61FBAA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28F25-FB62-F74C-A045-9264E30AD1FC}" type="datetimeFigureOut">
              <a:rPr lang="en-US" smtClean="0"/>
              <a:t>6/14/24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A3CB0-450F-D6F3-617B-450CDBF2A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14D64-4BAD-FA3C-5EDD-757B8C082A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031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2iz8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2iz8_Single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0.297 </a:t>
            </a:r>
          </a:p>
          <a:p>
            <a:r>
              <a:rPr lang="en-US" dirty="0"/>
              <a:t>Spearman rank correlation coefficient: 0.317 </a:t>
            </a:r>
          </a:p>
          <a:p>
            <a:r>
              <a:rPr lang="en-US" dirty="0"/>
              <a:t>Coefficient of Determination (R^2): 0.088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84146F-27ED-36B2-0489-94854C4245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365" y="3429000"/>
            <a:ext cx="3929833" cy="279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76B8B43-EC95-5CC3-0389-D85C6B154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8766" y="3429000"/>
            <a:ext cx="3929833" cy="279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F3BCBB8-5F63-07C8-CFD7-F37AECDD4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2167" y="3429000"/>
            <a:ext cx="3929833" cy="279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7160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2iz8_Double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0.158 </a:t>
            </a:r>
          </a:p>
          <a:p>
            <a:r>
              <a:rPr lang="en-US" dirty="0"/>
              <a:t>Spearman rank correlation coefficient: 0.245 </a:t>
            </a:r>
          </a:p>
          <a:p>
            <a:r>
              <a:rPr lang="en-US" dirty="0"/>
              <a:t>Coefficient of Determination (R^2): 0.025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32FB49D-7C71-09E3-6774-17CF9D51B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4008014" cy="2849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E510EE8-251A-5B8D-4BBC-6381AD91D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1992" y="3429000"/>
            <a:ext cx="4008016" cy="2849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12A18400-3DD5-D6D7-818C-3BD694D86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8" y="3434781"/>
            <a:ext cx="4008016" cy="2849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895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</a:t>
            </a:r>
            <a:r>
              <a:rPr lang="en-US"/>
              <a:t>Triple Mutation (2bu1) </a:t>
            </a:r>
            <a:r>
              <a:rPr lang="en-US" dirty="0"/>
              <a:t>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0.348 </a:t>
            </a:r>
          </a:p>
          <a:p>
            <a:r>
              <a:rPr lang="en-US" dirty="0"/>
              <a:t>Spearman rank correlation coefficient: 0.408 </a:t>
            </a:r>
          </a:p>
          <a:p>
            <a:r>
              <a:rPr lang="en-US" dirty="0"/>
              <a:t>Coefficient of Determination (R^2): 0.121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E6584E-50FC-01AD-1269-E0F57A691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68" y="3595438"/>
            <a:ext cx="3864888" cy="27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5F3B847-DB51-3CD6-42D5-1EDA132AF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556" y="3595439"/>
            <a:ext cx="3864888" cy="27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A28EDE5-A772-025F-5832-6A1319B6D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1044" y="3595438"/>
            <a:ext cx="3864888" cy="27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806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97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2iz8 – RNA Complex</vt:lpstr>
      <vt:lpstr>2iz8_Single Mutation (2bu1) – PHI 9.5</vt:lpstr>
      <vt:lpstr>2iz8_Double Mutation (2bu1) – PHI 9.5</vt:lpstr>
      <vt:lpstr>2iz8_Triple Mutation (2bu1)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Cisneros</dc:creator>
  <cp:lastModifiedBy>Eduardo Cisneros</cp:lastModifiedBy>
  <cp:revision>1</cp:revision>
  <dcterms:created xsi:type="dcterms:W3CDTF">2024-06-14T07:08:35Z</dcterms:created>
  <dcterms:modified xsi:type="dcterms:W3CDTF">2024-06-14T07:13:30Z</dcterms:modified>
</cp:coreProperties>
</file>