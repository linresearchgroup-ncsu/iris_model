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5" r:id="rId4"/>
    <p:sldId id="283" r:id="rId5"/>
    <p:sldId id="284" r:id="rId6"/>
    <p:sldId id="28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/>
    <p:restoredTop sz="94774"/>
  </p:normalViewPr>
  <p:slideViewPr>
    <p:cSldViewPr snapToGrid="0">
      <p:cViewPr varScale="1">
        <p:scale>
          <a:sx n="116" d="100"/>
          <a:sy n="116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2b2g – RNA Complex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2b2g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41872" y="2251494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4548116" y="225149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8582403" y="2251494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2b2g_Single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0.076 </a:t>
            </a:r>
          </a:p>
          <a:p>
            <a:r>
              <a:rPr lang="en-US" dirty="0"/>
              <a:t>Spearman rank correlation coefficient: -0.056 </a:t>
            </a:r>
          </a:p>
          <a:p>
            <a:r>
              <a:rPr lang="en-US" dirty="0"/>
              <a:t>Coefficient of Determination (R^2): 0.006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4EE0C097-CCE4-058B-AE99-098470424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93" y="3429000"/>
            <a:ext cx="3882757" cy="276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FE61BE1-E7E6-E67F-BEDC-ACFD02558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621" y="3429000"/>
            <a:ext cx="3882757" cy="276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AA56EFA3-27A6-EAFC-E3A2-81B079DB6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378" y="3429000"/>
            <a:ext cx="3882757" cy="276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2b2g_Double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0.161 </a:t>
            </a:r>
          </a:p>
          <a:p>
            <a:r>
              <a:rPr lang="en-US" dirty="0"/>
              <a:t>Spearman rank correlation coefficient: 0.172 </a:t>
            </a:r>
          </a:p>
          <a:p>
            <a:r>
              <a:rPr lang="en-US" dirty="0"/>
              <a:t>Coefficient of Determination (R^2): 0.026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E87D7A7D-C54A-18F0-4219-2BB3DD8C3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8999"/>
            <a:ext cx="4000273" cy="278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536865DF-4DDC-C752-B822-261236E87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863" y="3428999"/>
            <a:ext cx="4000273" cy="278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37B1ED53-0341-B51A-A5EF-8F2F47053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136" y="3428999"/>
            <a:ext cx="4000273" cy="278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2b2g_Triple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0.173 </a:t>
            </a:r>
          </a:p>
          <a:p>
            <a:r>
              <a:rPr lang="en-US" dirty="0"/>
              <a:t>Spearman rank correlation coefficient: 0.206 </a:t>
            </a:r>
          </a:p>
          <a:p>
            <a:r>
              <a:rPr lang="en-US" dirty="0"/>
              <a:t>Coefficient of Determination (R^2): 0.030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2E2E6BE2-ADF7-66EA-FF55-8B304288B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93377"/>
            <a:ext cx="3943823" cy="274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4A883087-155C-0BF0-7398-8D9EFF34E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088" y="3193377"/>
            <a:ext cx="3943823" cy="274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867E06AD-2A27-EF23-A950-CD929D966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177" y="3193377"/>
            <a:ext cx="3943823" cy="274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2b2g_Quadruple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-0.033 </a:t>
            </a:r>
          </a:p>
          <a:p>
            <a:r>
              <a:rPr lang="en-US" dirty="0"/>
              <a:t>Spearman rank correlation coefficient: -0.099 </a:t>
            </a:r>
          </a:p>
          <a:p>
            <a:r>
              <a:rPr lang="en-US" dirty="0"/>
              <a:t>Coefficient of Determination (R^2): 0.001</a:t>
            </a: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F8E62E14-1E00-92A8-C9B2-90F043FC3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0" y="3358773"/>
            <a:ext cx="4033780" cy="285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AE8CAF21-B342-413C-4889-392BB2BC6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110" y="3358773"/>
            <a:ext cx="4033780" cy="285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D9D9D43F-9A17-2563-4A8E-93E7ED804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20" y="3429000"/>
            <a:ext cx="4033780" cy="285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2b2g_AF_Quadruple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-0.347 </a:t>
            </a:r>
          </a:p>
          <a:p>
            <a:r>
              <a:rPr lang="en-US" dirty="0"/>
              <a:t>Spearman rank correlation coefficient: -0.125 </a:t>
            </a:r>
          </a:p>
          <a:p>
            <a:r>
              <a:rPr lang="en-US" dirty="0"/>
              <a:t>Coefficient of Determination (R^2): 0.120</a:t>
            </a: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663252A4-42E0-CE31-F514-3255EC3E0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3982886" cy="281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2F8E7CCB-863C-3CEE-150C-0F123537C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558" y="3429539"/>
            <a:ext cx="3982886" cy="281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4B3F71F2-C955-5194-52A6-5A19A6938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114" y="3429000"/>
            <a:ext cx="3982886" cy="281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29492</TotalTime>
  <Words>162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2b2g – RNA Complex</vt:lpstr>
      <vt:lpstr>2b2g Phi &amp; Gamma Graphs</vt:lpstr>
      <vt:lpstr>2b2g_Single Mutation – PHI 9.5</vt:lpstr>
      <vt:lpstr>2b2g_Double Mutation – PHI 9.5</vt:lpstr>
      <vt:lpstr>2b2g_Triple Mutation – PHI 9.5</vt:lpstr>
      <vt:lpstr>2b2g_Quadruple Mutation – PHI 9.5</vt:lpstr>
      <vt:lpstr>2b2g_AF_Quadruple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19</cp:revision>
  <dcterms:created xsi:type="dcterms:W3CDTF">2024-05-28T17:18:23Z</dcterms:created>
  <dcterms:modified xsi:type="dcterms:W3CDTF">2024-07-08T19:15:26Z</dcterms:modified>
</cp:coreProperties>
</file>