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9" r:id="rId3"/>
    <p:sldId id="290" r:id="rId4"/>
    <p:sldId id="288" r:id="rId5"/>
    <p:sldId id="291" r:id="rId6"/>
    <p:sldId id="287" r:id="rId7"/>
    <p:sldId id="29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95"/>
    <p:restoredTop sz="94700"/>
  </p:normalViewPr>
  <p:slideViewPr>
    <p:cSldViewPr snapToGrid="0">
      <p:cViewPr varScale="1">
        <p:scale>
          <a:sx n="194" d="100"/>
          <a:sy n="194" d="100"/>
        </p:scale>
        <p:origin x="16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1540-9C46-6A49-8390-69F79BC20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7EB26-C869-5DCF-C8B7-A5F755D7E4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44859-942E-7A77-1F96-3437D20D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00795-71E0-2E18-FE53-A41630EB8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82C3B-EF1E-4D65-92AD-D893E352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25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C2836-2909-C435-BF58-870D0CBC8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78E10-5DA7-D75C-3FDC-BD6F4935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52612-CE2D-57ED-BE77-742423759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65838-7FA0-BBD6-9C1D-37891B620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E3E5D-CD50-8531-C983-071C413F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9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92822-991D-764D-24DE-27DFF4A71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85132-6347-31F8-5BE4-4BEE8B694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54F47-5D78-B715-EB92-651D3437C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4BBEF-DD2E-C252-30FD-FE28CA3B2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FAB24-1661-9150-B9D3-0EFF0FF20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94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493F-3F68-F158-2A23-9119BB9F3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77BBB-F5D9-0E47-53F3-717FF074CD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52555-8314-9AE2-8BC2-63342E535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876FB-0F37-8FE4-CF50-67588F67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327C20-C714-A61F-94E5-73DB17D3D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83981-1443-6A5B-7B1D-8B7CE0E8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54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CB74-3D34-FBEF-A7D7-F416D9104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C3A09-6B61-A4B3-0665-78A1D28B5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F0B9E-F571-4CB0-BD2C-ED6747C09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A64D4A-6550-1905-0F52-B98BD3090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86FC7-E80B-A35D-0B98-4569D1B54E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C278CD-A66A-5068-B2BD-B54CF705A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7C57AF-9021-A49C-7E60-68B556401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034BA-727F-BDA6-2245-A274825C8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139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D2B51-4FCB-CD23-A2D7-ABD29FE69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BC0E7-38C1-CCF9-B14A-79885306B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B79CF5-30C8-E951-61AD-09B66F44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EA2CEB-BE61-A680-31E5-24BF0EC5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61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B098D5-2D14-E004-680F-C0103561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343158-5353-6F9E-1C64-8671A915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95D1B7-652D-1AD2-1527-C63F02EC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6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CACA5-469E-B92B-F5E0-F451015CC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245E4-7A2F-1CD4-0261-05A5FA764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1AB04-EA5A-229F-E7E5-74CA8A795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69D61-F6AF-A171-7755-E78824D30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DA93B-8636-27C4-F590-55C446AE6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FE2736-4F38-5886-DB99-20A02E23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3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BF4AC-E989-F7AF-3715-F79C647A1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E34B46-1AFA-97D3-A1DE-B282619E24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9D1F9C-1F04-7ADF-4795-E2ED3DBC2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551F5-9786-7615-3ADB-48946FF87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10F13-EF9C-0CA4-BB0C-61C3D1F9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B011D-2B71-1690-C802-7B23B004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56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729E1-F2FC-1119-45DF-947B18608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AB7F38-4678-0EF7-DCD9-BF306A0AF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EB387-6F8D-D07C-7E3A-2925BF334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F624C-0CBE-9C0F-C4AD-96670089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D805C-8042-41FA-1616-3776EBDE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69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85D7E-03D9-1950-5E1F-7893B32D0C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B04AD6-5592-8C11-5D77-E230B98A1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A43B2-62F6-C09E-4A5B-4D7B5FC5A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239E5-A940-7273-B68C-8A473D1C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137CE-3543-291F-A088-0FA47822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578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88837C-27E7-F541-DEF8-15A726A7C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DEA7B-D9F1-FDAF-F4F9-46D9C2F97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EB3FE-E482-E180-CE89-455D61FBAA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628F25-FB62-F74C-A045-9264E30AD1FC}" type="datetimeFigureOut">
              <a:rPr lang="en-US" smtClean="0"/>
              <a:t>6/24/24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A3CB0-450F-D6F3-617B-450CDBF2A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814D64-4BAD-FA3C-5EDD-757B8C082A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D772F-F7BF-6B48-BA2C-478DB4A12B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03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DA7F1-AA06-D470-5620-D21ECC7B51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2iz8 – RNA Complex</a:t>
            </a:r>
          </a:p>
        </p:txBody>
      </p:sp>
    </p:spTree>
    <p:extLst>
      <p:ext uri="{BB962C8B-B14F-4D97-AF65-F5344CB8AC3E}">
        <p14:creationId xmlns:p14="http://schemas.microsoft.com/office/powerpoint/2010/main" val="172432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2iz8_Single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0.297 </a:t>
            </a:r>
          </a:p>
          <a:p>
            <a:r>
              <a:rPr lang="en-US" dirty="0"/>
              <a:t>Spearman rank correlation coefficient: 0.317 </a:t>
            </a:r>
          </a:p>
          <a:p>
            <a:r>
              <a:rPr lang="en-US" dirty="0"/>
              <a:t>Coefficient of Determination (R^2): 0.088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684146F-27ED-36B2-0489-94854C424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365" y="3429000"/>
            <a:ext cx="3929833" cy="279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76B8B43-EC95-5CC3-0389-D85C6B154A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766" y="3429000"/>
            <a:ext cx="3929833" cy="279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F3BCBB8-5F63-07C8-CFD7-F37AECDD4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2167" y="3429000"/>
            <a:ext cx="3929833" cy="279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160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2iz8_Single Mutation (2iz8)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0.056 </a:t>
            </a:r>
          </a:p>
          <a:p>
            <a:r>
              <a:rPr lang="en-US" dirty="0"/>
              <a:t>Spearman rank correlation coefficient: 0.062 </a:t>
            </a:r>
          </a:p>
          <a:p>
            <a:r>
              <a:rPr lang="en-US" dirty="0"/>
              <a:t>Coefficient of Determination (R^2): 0.003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99D6F8-AC32-8DD4-9145-13C7F674A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3" y="3642360"/>
            <a:ext cx="3937402" cy="285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E07F2A1-CBD7-91F8-71A0-852C573706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299" y="3642360"/>
            <a:ext cx="3937402" cy="285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70D6B49-2029-1846-1775-8006C216F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995" y="3642359"/>
            <a:ext cx="3937402" cy="2850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945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2iz8_Double Mutation (2bu1)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0.158 </a:t>
            </a:r>
          </a:p>
          <a:p>
            <a:r>
              <a:rPr lang="en-US" dirty="0"/>
              <a:t>Spearman rank correlation coefficient: 0.245 </a:t>
            </a:r>
          </a:p>
          <a:p>
            <a:r>
              <a:rPr lang="en-US" dirty="0"/>
              <a:t>Coefficient of Determination (R^2): 0.025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32FB49D-7C71-09E3-6774-17CF9D51B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9000"/>
            <a:ext cx="4008014" cy="284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E510EE8-251A-5B8D-4BBC-6381AD91D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992" y="3429000"/>
            <a:ext cx="4008016" cy="284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12A18400-3DD5-D6D7-818C-3BD694D86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008" y="3434781"/>
            <a:ext cx="4008016" cy="2849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895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2iz8_Double Mutation (2iz8) 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0.101 </a:t>
            </a:r>
          </a:p>
          <a:p>
            <a:r>
              <a:rPr lang="en-US" dirty="0"/>
              <a:t>Spearman rank correlation coefficient: 0.070 </a:t>
            </a:r>
          </a:p>
          <a:p>
            <a:r>
              <a:rPr lang="en-US" dirty="0"/>
              <a:t>Coefficient of Determination (R^2): 0.010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371C28D-C791-0EC6-4655-1F78267836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28" y="3710272"/>
            <a:ext cx="3700272" cy="267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BA6EE7B9-112F-C85F-ABFC-1504D4109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864" y="3710272"/>
            <a:ext cx="3700272" cy="267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5EE9DE0-8802-920A-BB19-6000ACC03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710272"/>
            <a:ext cx="3700272" cy="2678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6122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2iz8_</a:t>
            </a:r>
            <a:r>
              <a:rPr lang="en-US"/>
              <a:t>Triple Mutation (2bu1) </a:t>
            </a:r>
            <a:r>
              <a:rPr lang="en-US" dirty="0"/>
              <a:t>– PHI 9.5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302CB-C012-00EF-0450-25C9128C2913}"/>
              </a:ext>
            </a:extLst>
          </p:cNvPr>
          <p:cNvSpPr txBox="1"/>
          <p:nvPr/>
        </p:nvSpPr>
        <p:spPr>
          <a:xfrm>
            <a:off x="838200" y="1757723"/>
            <a:ext cx="6094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Pearson rank correlation coefficient: 0.348 </a:t>
            </a:r>
          </a:p>
          <a:p>
            <a:r>
              <a:rPr lang="en-US" dirty="0"/>
              <a:t>Spearman rank correlation coefficient: 0.408 </a:t>
            </a:r>
          </a:p>
          <a:p>
            <a:r>
              <a:rPr lang="en-US" dirty="0"/>
              <a:t>Coefficient of Determination (R^2): 0.121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E6584E-50FC-01AD-1269-E0F57A691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68" y="3595438"/>
            <a:ext cx="3864888" cy="27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5F3B847-DB51-3CD6-42D5-1EDA132AFE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3556" y="3595439"/>
            <a:ext cx="3864888" cy="27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A28EDE5-A772-025F-5832-6A1319B6D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044" y="3595438"/>
            <a:ext cx="3864888" cy="27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8068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7E3B-C8DE-F07E-AF0F-4CF35335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2iz8_Triple Mutation (2iz8) – PHI 9.5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14D99-B9F4-2CDD-13A8-959516EC26F2}"/>
              </a:ext>
            </a:extLst>
          </p:cNvPr>
          <p:cNvSpPr txBox="1"/>
          <p:nvPr/>
        </p:nvSpPr>
        <p:spPr>
          <a:xfrm>
            <a:off x="838200" y="1774372"/>
            <a:ext cx="47299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Pearson rank correlation coefficient: -0.162 </a:t>
            </a:r>
          </a:p>
          <a:p>
            <a:r>
              <a:rPr lang="en-US" dirty="0"/>
              <a:t>Spearman rank correlation coefficient: -0.185 </a:t>
            </a:r>
          </a:p>
          <a:p>
            <a:r>
              <a:rPr lang="en-US" dirty="0"/>
              <a:t>Coefficient of Determination (R^2): 0.026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8FFC3DE-48A5-0030-4622-9A63A1596E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" y="3507559"/>
            <a:ext cx="3940359" cy="271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561E5AF7-1872-AFD1-D8C3-5F8CE3C67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825" y="3511618"/>
            <a:ext cx="3934461" cy="2707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DCBAB3D3-0E0D-A679-61C1-5915337B3B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8696" y="3507559"/>
            <a:ext cx="3934461" cy="2707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27508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192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2iz8 – RNA Complex</vt:lpstr>
      <vt:lpstr>2iz8_Single Mutation (2bu1) – PHI 9.5</vt:lpstr>
      <vt:lpstr>2iz8_Single Mutation (2iz8) – PHI 9.5</vt:lpstr>
      <vt:lpstr>2iz8_Double Mutation (2bu1) – PHI 9.5</vt:lpstr>
      <vt:lpstr>2iz8_Double Mutation (2iz8) – PHI 9.5</vt:lpstr>
      <vt:lpstr>2iz8_Triple Mutation (2bu1) – PHI 9.5</vt:lpstr>
      <vt:lpstr>2iz8_Triple Mutation (2iz8) – PHI 9.5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Cisneros</dc:creator>
  <cp:lastModifiedBy>Eduardo Cisneros</cp:lastModifiedBy>
  <cp:revision>2</cp:revision>
  <dcterms:created xsi:type="dcterms:W3CDTF">2024-06-14T07:08:35Z</dcterms:created>
  <dcterms:modified xsi:type="dcterms:W3CDTF">2024-06-24T17:01:02Z</dcterms:modified>
</cp:coreProperties>
</file>