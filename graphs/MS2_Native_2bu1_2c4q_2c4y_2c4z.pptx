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83" r:id="rId3"/>
    <p:sldId id="281" r:id="rId4"/>
    <p:sldId id="282" r:id="rId5"/>
    <p:sldId id="284" r:id="rId6"/>
    <p:sldId id="286" r:id="rId7"/>
    <p:sldId id="28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10"/>
    <p:restoredTop sz="94779"/>
  </p:normalViewPr>
  <p:slideViewPr>
    <p:cSldViewPr snapToGrid="0">
      <p:cViewPr varScale="1">
        <p:scale>
          <a:sx n="211" d="100"/>
          <a:sy n="211" d="100"/>
        </p:scale>
        <p:origin x="16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3281A-8D51-F24D-A44D-801F90768EA0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6A5B0-A2AA-0E4F-BF3A-A5C158D54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443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648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066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55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06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261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MS2 Native Structures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2bu1, 2c4q, 2c4y, 2c4z</a:t>
            </a:r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25B1818C-8430-AD68-B698-BDC5EF179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00" y="2814008"/>
            <a:ext cx="3969680" cy="329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B3196352-BBA7-678D-D7A9-FAA265BDE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486" y="2814007"/>
            <a:ext cx="3969680" cy="329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32E9CBBD-BC17-9817-8891-C3227AB304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3843" y="2814007"/>
            <a:ext cx="3969680" cy="329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775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24726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8BA61C-0A76-09BF-A1E1-AAFE06594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439" y="2909127"/>
            <a:ext cx="4127927" cy="342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F67F769-A994-E5C4-EE76-1994B88EC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2036" y="2909128"/>
            <a:ext cx="4127928" cy="3422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8FA1D81-9BA2-67EE-7A73-533E75CA78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514" y="2909127"/>
            <a:ext cx="4127928" cy="3422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2c4y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24726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767D75F-FC1C-789E-59C4-B2D318832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71" y="3059668"/>
            <a:ext cx="3887823" cy="322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5714EA-112E-BC93-45D4-9BFF0162C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088" y="3059668"/>
            <a:ext cx="3887823" cy="322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A8EF7D3-7A06-70DD-0A63-7A26753002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4177" y="3059668"/>
            <a:ext cx="3887823" cy="322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278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2c4z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60708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7B8D0EF-3D10-127F-EFBD-778C791B2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43600"/>
            <a:ext cx="4072417" cy="3376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2434711-F78B-7E30-991B-42002927C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2462" y="2943599"/>
            <a:ext cx="4079043" cy="338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C3FFD33C-5D6F-03B3-7E69-7E7B24995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49" y="2943599"/>
            <a:ext cx="4072418" cy="3376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0209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2bu1, 2c4q, 2c4y, 2c4z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60708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A64F1EBF-E821-D65B-25D4-B58FB49A2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63" y="2961202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5F8137B-9755-C129-A611-0ABAA5041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460" y="2961203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693CCC14-47FE-06A9-E3D2-F6257F93F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957" y="2961203"/>
            <a:ext cx="3875041" cy="321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3806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B9D3-5E68-7964-8BA2-32C8F055A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027" y="18993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2bu1, 2c4q, 2c4y, 2c4z – MS2 Protein Complex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8D717-0111-6127-1798-6633245E67A0}"/>
              </a:ext>
            </a:extLst>
          </p:cNvPr>
          <p:cNvSpPr txBox="1"/>
          <p:nvPr/>
        </p:nvSpPr>
        <p:spPr>
          <a:xfrm>
            <a:off x="2718104" y="15222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E6581E-3A66-43EE-8844-22F43DF960DB}"/>
              </a:ext>
            </a:extLst>
          </p:cNvPr>
          <p:cNvSpPr txBox="1"/>
          <p:nvPr/>
        </p:nvSpPr>
        <p:spPr>
          <a:xfrm>
            <a:off x="5708827" y="152581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4C8FB-B7D4-CCA9-8AB5-CF7F22EAFADC}"/>
              </a:ext>
            </a:extLst>
          </p:cNvPr>
          <p:cNvSpPr txBox="1"/>
          <p:nvPr/>
        </p:nvSpPr>
        <p:spPr>
          <a:xfrm>
            <a:off x="9052724" y="1522248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0CC675-1EEB-9EBA-CCB2-21EA9CCB0C48}"/>
              </a:ext>
            </a:extLst>
          </p:cNvPr>
          <p:cNvSpPr txBox="1"/>
          <p:nvPr/>
        </p:nvSpPr>
        <p:spPr>
          <a:xfrm>
            <a:off x="738709" y="2431284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2bu1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5DA28C85-AF1B-CE9F-846C-5B8DF0A837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403" b="78415"/>
          <a:stretch/>
        </p:blipFill>
        <p:spPr bwMode="auto">
          <a:xfrm>
            <a:off x="1791134" y="2133538"/>
            <a:ext cx="2881893" cy="710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C2652A91-62A1-21C4-8BC7-FE1936439B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403" b="78415"/>
          <a:stretch/>
        </p:blipFill>
        <p:spPr bwMode="auto">
          <a:xfrm>
            <a:off x="8110613" y="2086560"/>
            <a:ext cx="2817941" cy="694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AD5896A8-1961-349E-3D19-4886C83894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403" b="78415"/>
          <a:stretch/>
        </p:blipFill>
        <p:spPr bwMode="auto">
          <a:xfrm>
            <a:off x="4939156" y="2090248"/>
            <a:ext cx="2881893" cy="710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9143BC-F939-A558-8732-D6BF9E8A0F4C}"/>
              </a:ext>
            </a:extLst>
          </p:cNvPr>
          <p:cNvSpPr txBox="1"/>
          <p:nvPr/>
        </p:nvSpPr>
        <p:spPr>
          <a:xfrm>
            <a:off x="741915" y="328613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2c4q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9130F86A-4D92-29C1-6D29-E9F7956161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159" b="78482"/>
          <a:stretch/>
        </p:blipFill>
        <p:spPr bwMode="auto">
          <a:xfrm>
            <a:off x="1791134" y="3016251"/>
            <a:ext cx="2881893" cy="70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EB0DF79C-EC61-17C3-96DC-54C7E18FD5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159" b="78482"/>
          <a:stretch/>
        </p:blipFill>
        <p:spPr bwMode="auto">
          <a:xfrm>
            <a:off x="4939155" y="3016252"/>
            <a:ext cx="2881894" cy="70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484569FC-7295-1109-948A-E600A16C9A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159" b="78482"/>
          <a:stretch/>
        </p:blipFill>
        <p:spPr bwMode="auto">
          <a:xfrm>
            <a:off x="8110613" y="3016251"/>
            <a:ext cx="2817941" cy="690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BFB00C-CC77-0344-49A3-DFD72214F6AE}"/>
              </a:ext>
            </a:extLst>
          </p:cNvPr>
          <p:cNvSpPr txBox="1"/>
          <p:nvPr/>
        </p:nvSpPr>
        <p:spPr>
          <a:xfrm>
            <a:off x="741915" y="4102106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2c4y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E719A5F2-6900-F619-311E-5058366A9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74" b="78102"/>
          <a:stretch/>
        </p:blipFill>
        <p:spPr bwMode="auto">
          <a:xfrm>
            <a:off x="1791137" y="3933873"/>
            <a:ext cx="2881890" cy="70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>
            <a:extLst>
              <a:ext uri="{FF2B5EF4-FFF2-40B4-BE49-F238E27FC236}">
                <a16:creationId xmlns:a16="http://schemas.microsoft.com/office/drawing/2014/main" id="{5D5EFD93-349E-28FB-46F9-E26F662EC3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519" b="78102"/>
          <a:stretch/>
        </p:blipFill>
        <p:spPr bwMode="auto">
          <a:xfrm>
            <a:off x="5003108" y="3937686"/>
            <a:ext cx="2817941" cy="70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>
            <a:extLst>
              <a:ext uri="{FF2B5EF4-FFF2-40B4-BE49-F238E27FC236}">
                <a16:creationId xmlns:a16="http://schemas.microsoft.com/office/drawing/2014/main" id="{8FB6D2DE-D712-2AA6-B5B3-56F83CE559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74" b="78102"/>
          <a:stretch/>
        </p:blipFill>
        <p:spPr bwMode="auto">
          <a:xfrm>
            <a:off x="8110612" y="3937686"/>
            <a:ext cx="2817942" cy="69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0B1071B-E08C-CBEB-D040-E5659230C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138" b="79094"/>
          <a:stretch/>
        </p:blipFill>
        <p:spPr bwMode="auto">
          <a:xfrm>
            <a:off x="1793152" y="4851494"/>
            <a:ext cx="2879875" cy="685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>
            <a:extLst>
              <a:ext uri="{FF2B5EF4-FFF2-40B4-BE49-F238E27FC236}">
                <a16:creationId xmlns:a16="http://schemas.microsoft.com/office/drawing/2014/main" id="{0FA015F4-A633-9106-6595-53C7C5F10B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256" b="79128"/>
          <a:stretch/>
        </p:blipFill>
        <p:spPr bwMode="auto">
          <a:xfrm>
            <a:off x="5003108" y="4869252"/>
            <a:ext cx="2817941" cy="670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>
            <a:extLst>
              <a:ext uri="{FF2B5EF4-FFF2-40B4-BE49-F238E27FC236}">
                <a16:creationId xmlns:a16="http://schemas.microsoft.com/office/drawing/2014/main" id="{EC1F79F4-2711-9CF5-4C36-6174B7DE0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244" b="79094"/>
          <a:stretch/>
        </p:blipFill>
        <p:spPr bwMode="auto">
          <a:xfrm>
            <a:off x="8110613" y="4851494"/>
            <a:ext cx="2817941" cy="67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9BF4DCB-56F3-B044-4540-F3D9EE973C63}"/>
              </a:ext>
            </a:extLst>
          </p:cNvPr>
          <p:cNvSpPr txBox="1"/>
          <p:nvPr/>
        </p:nvSpPr>
        <p:spPr>
          <a:xfrm>
            <a:off x="756342" y="508075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2c4z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6AB460-0A82-79DD-B185-E74A677EBED3}"/>
              </a:ext>
            </a:extLst>
          </p:cNvPr>
          <p:cNvSpPr txBox="1"/>
          <p:nvPr/>
        </p:nvSpPr>
        <p:spPr>
          <a:xfrm>
            <a:off x="367735" y="5810510"/>
            <a:ext cx="143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2bu1, 2c4q, 2c4y, 2c4z</a:t>
            </a:r>
          </a:p>
        </p:txBody>
      </p:sp>
      <p:pic>
        <p:nvPicPr>
          <p:cNvPr id="24" name="Picture 2">
            <a:extLst>
              <a:ext uri="{FF2B5EF4-FFF2-40B4-BE49-F238E27FC236}">
                <a16:creationId xmlns:a16="http://schemas.microsoft.com/office/drawing/2014/main" id="{04493734-15C1-8DA9-39A7-B997E11431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82" b="78209"/>
          <a:stretch/>
        </p:blipFill>
        <p:spPr bwMode="auto">
          <a:xfrm>
            <a:off x="1794270" y="5748330"/>
            <a:ext cx="2878757" cy="69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4">
            <a:extLst>
              <a:ext uri="{FF2B5EF4-FFF2-40B4-BE49-F238E27FC236}">
                <a16:creationId xmlns:a16="http://schemas.microsoft.com/office/drawing/2014/main" id="{1498BE4E-07BE-E549-B696-895F8B58D6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82" b="78030"/>
          <a:stretch/>
        </p:blipFill>
        <p:spPr bwMode="auto">
          <a:xfrm>
            <a:off x="4941173" y="5737733"/>
            <a:ext cx="2879876" cy="70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6">
            <a:extLst>
              <a:ext uri="{FF2B5EF4-FFF2-40B4-BE49-F238E27FC236}">
                <a16:creationId xmlns:a16="http://schemas.microsoft.com/office/drawing/2014/main" id="{3DC999CF-98BE-EFDD-2181-D7ACC583A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30" b="78030"/>
          <a:stretch/>
        </p:blipFill>
        <p:spPr bwMode="auto">
          <a:xfrm>
            <a:off x="8110613" y="5731957"/>
            <a:ext cx="2817941" cy="69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736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29569</TotalTime>
  <Words>103</Words>
  <Application>Microsoft Macintosh PowerPoint</Application>
  <PresentationFormat>Widescreen</PresentationFormat>
  <Paragraphs>36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MS2 Native Structures</vt:lpstr>
      <vt:lpstr>2bu1 Phi &amp; Gamma Graphs</vt:lpstr>
      <vt:lpstr>2c4q Phi &amp; Gamma Graphs</vt:lpstr>
      <vt:lpstr>2c4y Phi &amp; Gamma Graphs</vt:lpstr>
      <vt:lpstr>2c4z Phi &amp; Gamma Graphs</vt:lpstr>
      <vt:lpstr>2bu1, 2c4q, 2c4y, 2c4z Phi &amp; Gamma Graphs</vt:lpstr>
      <vt:lpstr>2bu1, 2c4q, 2c4y, 2c4z – MS2 Protein Complex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14</cp:revision>
  <dcterms:created xsi:type="dcterms:W3CDTF">2024-05-28T17:18:23Z</dcterms:created>
  <dcterms:modified xsi:type="dcterms:W3CDTF">2024-07-09T16:49:40Z</dcterms:modified>
</cp:coreProperties>
</file>