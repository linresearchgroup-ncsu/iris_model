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94" r:id="rId4"/>
    <p:sldId id="290" r:id="rId5"/>
    <p:sldId id="292" r:id="rId6"/>
    <p:sldId id="29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6"/>
  </p:normalViewPr>
  <p:slideViewPr>
    <p:cSldViewPr snapToGrid="0">
      <p:cViewPr varScale="1">
        <p:scale>
          <a:sx n="95" d="100"/>
          <a:sy n="95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6FB4E-711E-D24C-BDCD-4AECC436C641}" type="datetimeFigureOut">
              <a:rPr lang="en-US" smtClean="0"/>
              <a:t>7/15/24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0336B-A510-BF40-BCF6-4FC433AF7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3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46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58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82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71C44-961B-0574-2E8E-E551E5CA0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B0FC1-EE12-D4E7-DB54-0A051E905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3D47A-9615-1004-51D3-BAE8209C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BCF2-66A0-174E-BCC9-2124F6640FAC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2AAD0-2498-F0C3-2135-3670387A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EDD0F-A7DB-B7FF-1751-8AEEDBC0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DF9A1-E76E-0B47-92E1-F48552D04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94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E8563-2FF5-E272-EDE5-107CCA2E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11E4E-15D6-5ECC-DCC1-CAAA4E155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9D0ED-AD38-F105-F553-9C04C7706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BCF2-66A0-174E-BCC9-2124F6640FAC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150C6-F7B4-503B-5C23-EDA654F4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FADCA-3A15-F232-7D10-0D3A314D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DF9A1-E76E-0B47-92E1-F48552D04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72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C4AC-1667-7047-633F-106A15EA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DF876-6AD9-7666-85A1-C5E5177F5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606EE-039A-6F4D-7E21-4B6CF909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BCF2-66A0-174E-BCC9-2124F6640FAC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0231D-0E8C-8E18-9827-A3809C2F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4CCB6-4C25-ACF2-F4E6-16E8F0F2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DF9A1-E76E-0B47-92E1-F48552D04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9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7F84-8915-0256-FA4B-DD1949EE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BD782-09B4-9C9F-1DDA-358234AE2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2181A-8A81-608B-8C7E-AD75F9507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15674-EE02-D57A-0277-96FA88C08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BCF2-66A0-174E-BCC9-2124F6640FAC}" type="datetimeFigureOut">
              <a:rPr lang="en-US" smtClean="0"/>
              <a:t>7/15/24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35818-0D46-6FE9-C925-4CD5675A8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32FC3-E1BF-4589-F941-74CF91EB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DF9A1-E76E-0B47-92E1-F48552D04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5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8D4F-3213-E10F-97CF-5D8991C5A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094F2-D62C-FF3C-0C32-A0802F984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A8467-4C39-ED78-04C4-A158A5864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E31F4-DFF4-3DA1-E297-71AF43AE4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8BE049-FBA4-58A1-6C18-DE2C693CC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1B15E-EC3C-4096-E702-F9796C859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BCF2-66A0-174E-BCC9-2124F6640FAC}" type="datetimeFigureOut">
              <a:rPr lang="en-US" smtClean="0"/>
              <a:t>7/15/24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B95BF3-E0C5-C12F-EEC3-0571FD4B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694E0E-56C6-BE59-6A66-66139B44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DF9A1-E76E-0B47-92E1-F48552D04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5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EC5EB-C2BA-E72C-66EB-31A9CB99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340162-149A-C0B5-6DB0-A3D493A38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BCF2-66A0-174E-BCC9-2124F6640FAC}" type="datetimeFigureOut">
              <a:rPr lang="en-US" smtClean="0"/>
              <a:t>7/15/24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E1966-3DA6-6EB3-5DFF-B6E4A0CC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8A304-AEC6-529F-B2AF-AC49E630E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DF9A1-E76E-0B47-92E1-F48552D04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1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04196C-ED78-1DE4-B5DE-475CF4B5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BCF2-66A0-174E-BCC9-2124F6640FAC}" type="datetimeFigureOut">
              <a:rPr lang="en-US" smtClean="0"/>
              <a:t>7/15/24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BC8923-FA97-D5D2-BFBA-46287262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2057F-59BD-B3F4-36AC-16A43C34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DF9A1-E76E-0B47-92E1-F48552D04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3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88D1-17F8-73C0-895D-19A23A43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C240A-E634-9744-A6E7-3781D2F88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369B6-169D-2C3A-E24A-2E1817ED7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F6479-71BA-3EFB-B7C9-2D73D4A52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BCF2-66A0-174E-BCC9-2124F6640FAC}" type="datetimeFigureOut">
              <a:rPr lang="en-US" smtClean="0"/>
              <a:t>7/15/24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5892B-7FC8-7058-94DD-633F979F9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8CC93-0E97-AF98-9D17-2F6BC308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DF9A1-E76E-0B47-92E1-F48552D04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7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669E-C3D6-D3C3-6E97-FCC414C93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9F53A-AD49-2C44-F06D-6907790F2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40A87-DD39-6EDE-8DAD-829B057EE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9E0BF-80B7-A6C4-6898-66C08188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BCF2-66A0-174E-BCC9-2124F6640FAC}" type="datetimeFigureOut">
              <a:rPr lang="en-US" smtClean="0"/>
              <a:t>7/15/24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E06B9-326B-F1A4-2CEC-842E93ECF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0DD5B-26B5-ABF2-1C18-888ED911D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DF9A1-E76E-0B47-92E1-F48552D04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335F7-ECA8-5CCE-DDDD-AA4F79134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DC79A-FE65-8CCF-4267-C7D0E2C2F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1140A-E894-67A9-68C9-20F9750B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BCF2-66A0-174E-BCC9-2124F6640FAC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E6731-E822-4CD3-111D-9300978C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1A641-6C82-C6B4-3019-8AABB88F7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DF9A1-E76E-0B47-92E1-F48552D04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72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EAE68F-F07B-14A0-567A-DCD460E494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5FF8B-9E5E-82F2-1A6A-5C3F15448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8E197-E7B0-4EFE-A67D-0D0883FC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BCF2-66A0-174E-BCC9-2124F6640FAC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B75C4-2803-B561-1769-5D033597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B2EDD-4304-6C61-6642-BAD6E6DE2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DF9A1-E76E-0B47-92E1-F48552D04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7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C3DDC-AEEB-765A-31E3-776105CB3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42F71-E15D-E115-88A8-0B5314006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6D492-9DB5-BC9D-9434-FBB2E01D6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3BCF2-66A0-174E-BCC9-2124F6640FAC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E7C35-C8B8-BA75-32F3-54F12E501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E2BB3-C989-18A5-545B-F986051D1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4DF9A1-E76E-0B47-92E1-F48552D04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55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3983-A432-4259-B8F8-F7B9D844FF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Alpha Fold Outliers: 71-77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64630-6870-2A24-0E03-62ED7E991D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8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2D242-E06E-72A4-1A52-56DB3423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 PDB Structure – (2c4q = green)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AB2902-B983-EF0E-F7C3-A5B8CCC8B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15" y="2186800"/>
            <a:ext cx="2941270" cy="3997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19D67A-4F8D-A466-DD9F-DD4A8DC54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95" y="2186800"/>
            <a:ext cx="3199610" cy="39978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688B78-7B62-D65C-6F3D-3AA727D75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753" y="2186800"/>
            <a:ext cx="2684825" cy="399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5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51A83-524F-360B-DA3B-5DB6EFA4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77_AF Outlier structure</a:t>
            </a:r>
          </a:p>
        </p:txBody>
      </p:sp>
      <p:pic>
        <p:nvPicPr>
          <p:cNvPr id="5" name="Picture 4" descr="A colorful structure of a protein&#10;&#10;Description automatically generated with medium confidence">
            <a:extLst>
              <a:ext uri="{FF2B5EF4-FFF2-40B4-BE49-F238E27FC236}">
                <a16:creationId xmlns:a16="http://schemas.microsoft.com/office/drawing/2014/main" id="{4528C0E3-F303-BFBB-A895-9C40712C8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381" y="2101303"/>
            <a:ext cx="3718619" cy="4558553"/>
          </a:xfrm>
          <a:prstGeom prst="rect">
            <a:avLst/>
          </a:prstGeom>
        </p:spPr>
      </p:pic>
      <p:pic>
        <p:nvPicPr>
          <p:cNvPr id="7" name="Picture 6" descr="A colorful objects with arrows&#10;&#10;Description automatically generated with low confidence">
            <a:extLst>
              <a:ext uri="{FF2B5EF4-FFF2-40B4-BE49-F238E27FC236}">
                <a16:creationId xmlns:a16="http://schemas.microsoft.com/office/drawing/2014/main" id="{EE8F6339-48FE-931E-26CB-DE7E9B10B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151" y="2101303"/>
            <a:ext cx="3186453" cy="436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3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2c4q_AF_Quadruple Mutation – Remove Low Expected Energy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906B0394-AB3E-2497-56D1-49B049435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23" y="1424241"/>
            <a:ext cx="3235869" cy="228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82331DF-4202-5F18-CAA7-6E1398F3E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235" y="1424241"/>
            <a:ext cx="3235869" cy="228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90BF985E-EF78-6D56-50C2-A454B4073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070" y="1424240"/>
            <a:ext cx="3235867" cy="228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B7237FE-8CED-CC24-14C1-532B11DB9EDB}"/>
              </a:ext>
            </a:extLst>
          </p:cNvPr>
          <p:cNvSpPr/>
          <p:nvPr/>
        </p:nvSpPr>
        <p:spPr>
          <a:xfrm>
            <a:off x="989592" y="1802963"/>
            <a:ext cx="603398" cy="126480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noFill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51760D-6383-AC9E-F452-0FF7047F3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70" y="4273122"/>
            <a:ext cx="3219399" cy="228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004D990-01E0-16EB-37C5-85CE7867C5DD}"/>
              </a:ext>
            </a:extLst>
          </p:cNvPr>
          <p:cNvSpPr/>
          <p:nvPr/>
        </p:nvSpPr>
        <p:spPr>
          <a:xfrm>
            <a:off x="4751147" y="1883645"/>
            <a:ext cx="603398" cy="126480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E6E0B1-BEBE-924B-44A4-8932B2ECC5E0}"/>
              </a:ext>
            </a:extLst>
          </p:cNvPr>
          <p:cNvSpPr/>
          <p:nvPr/>
        </p:nvSpPr>
        <p:spPr>
          <a:xfrm>
            <a:off x="8705473" y="1920948"/>
            <a:ext cx="603398" cy="126480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noFill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C26B57E-9261-33EE-A2C5-964A2D710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982" y="4273124"/>
            <a:ext cx="3219399" cy="228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F2503DF-0233-36B6-0E61-82393A69C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980" y="4273124"/>
            <a:ext cx="3219399" cy="228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6502AA-9DA3-FBD1-5E9A-C1BA704E5BF4}"/>
              </a:ext>
            </a:extLst>
          </p:cNvPr>
          <p:cNvSpPr txBox="1"/>
          <p:nvPr/>
        </p:nvSpPr>
        <p:spPr>
          <a:xfrm>
            <a:off x="717616" y="3882067"/>
            <a:ext cx="10164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Pearson rank correlation coefficient: 0.210 Spearman rank correlation coefficient: 0.288 Coefficient of Determination (R^2): 0.044</a:t>
            </a:r>
          </a:p>
        </p:txBody>
      </p:sp>
    </p:spTree>
    <p:extLst>
      <p:ext uri="{BB962C8B-B14F-4D97-AF65-F5344CB8AC3E}">
        <p14:creationId xmlns:p14="http://schemas.microsoft.com/office/powerpoint/2010/main" val="1149057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AF_Outliers_Quadruple</a:t>
            </a:r>
            <a:r>
              <a:rPr lang="en-US" dirty="0"/>
              <a:t>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0.143 </a:t>
            </a:r>
          </a:p>
          <a:p>
            <a:r>
              <a:rPr lang="en-US" dirty="0"/>
              <a:t>Spearman rank correlation coefficient: 0.022 </a:t>
            </a:r>
          </a:p>
          <a:p>
            <a:r>
              <a:rPr lang="en-US" dirty="0"/>
              <a:t>Coefficient of Determination (R^2): 0.020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84B313A-1925-0ABA-2B4B-0636E3326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38" y="3428999"/>
            <a:ext cx="3980441" cy="281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607EF9A-5E6C-D932-CE9B-154D37BC0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779" y="3428999"/>
            <a:ext cx="3980441" cy="281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F61AC79-B805-DB57-25A5-C7EB409AF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220" y="3428999"/>
            <a:ext cx="3980442" cy="281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192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2c4q+AF_Outliers_Quadruple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0.043 </a:t>
            </a:r>
          </a:p>
          <a:p>
            <a:r>
              <a:rPr lang="en-US" dirty="0"/>
              <a:t>Spearman rank correlation coefficient: -0.025 </a:t>
            </a:r>
          </a:p>
          <a:p>
            <a:r>
              <a:rPr lang="en-US" dirty="0"/>
              <a:t>Coefficient of Determination (R^2): 0.002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95F24B-76AC-EC3E-C78C-09B2F0FF1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" y="3221595"/>
            <a:ext cx="3885122" cy="2748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CE577CE-0B54-F141-5BB8-39C913922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68" y="3221595"/>
            <a:ext cx="3885122" cy="2748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76BB14E-C050-1F66-E4E7-D3B21F98A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004" y="3221595"/>
            <a:ext cx="3885122" cy="2748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494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117</Words>
  <Application>Microsoft Macintosh PowerPoint</Application>
  <PresentationFormat>Widescreen</PresentationFormat>
  <Paragraphs>16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Alpha Fold Outliers: 71-77</vt:lpstr>
      <vt:lpstr>Outlier PDB Structure – (2c4q = green)</vt:lpstr>
      <vt:lpstr>77_AF Outlier structure</vt:lpstr>
      <vt:lpstr>2c4q_AF_Quadruple Mutation – Remove Low Expected Energy</vt:lpstr>
      <vt:lpstr>AF_Outliers_Quadruple Mutation – PHI 9.5</vt:lpstr>
      <vt:lpstr>2c4q+AF_Outliers_Quadruple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Cisneros</dc:creator>
  <cp:lastModifiedBy>Eduardo Cisneros</cp:lastModifiedBy>
  <cp:revision>4</cp:revision>
  <dcterms:created xsi:type="dcterms:W3CDTF">2024-07-15T16:45:06Z</dcterms:created>
  <dcterms:modified xsi:type="dcterms:W3CDTF">2024-07-15T19:15:57Z</dcterms:modified>
</cp:coreProperties>
</file>