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2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3"/>
    <p:restoredTop sz="94802"/>
  </p:normalViewPr>
  <p:slideViewPr>
    <p:cSldViewPr snapToGrid="0">
      <p:cViewPr varScale="1">
        <p:scale>
          <a:sx n="147" d="100"/>
          <a:sy n="147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A3A2-0460-D444-9799-79291857D520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AF907-22C7-9B45-AA28-0E3C1D9D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8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66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2c4y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644993" y="2039385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067675" y="204096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249974" y="2039385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244686-DD0D-1D19-64D6-2515C8F87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9" y="2495841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04D53E1-2AE7-78F5-396B-9EDC3B707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05" y="2495841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AFB51BE-F525-C7E6-3923-19DBB513C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484" y="2495841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78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0.209 </a:t>
            </a:r>
          </a:p>
          <a:p>
            <a:r>
              <a:rPr lang="en-US" dirty="0"/>
              <a:t>Spearman rank correlation coefficient: 0.254 </a:t>
            </a:r>
          </a:p>
          <a:p>
            <a:r>
              <a:rPr lang="en-US" dirty="0"/>
              <a:t>Coefficient of Determination (R^2): 0.044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3EB53-C27A-D560-D19B-4DA6860FA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31" y="3185706"/>
            <a:ext cx="3836039" cy="272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38C8A-CB52-FEC5-66BC-F37623963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980" y="3185706"/>
            <a:ext cx="3836039" cy="272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A43DB40-E6EF-F6CB-6209-E9CFDF192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740" y="3185706"/>
            <a:ext cx="3836039" cy="272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0.215 </a:t>
            </a:r>
          </a:p>
          <a:p>
            <a:r>
              <a:rPr lang="en-US" dirty="0"/>
              <a:t>Spearman rank correlation coefficient: 0.278 </a:t>
            </a:r>
          </a:p>
          <a:p>
            <a:r>
              <a:rPr lang="en-US" dirty="0"/>
              <a:t>Coefficient of Determination (R^2): 0.046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C7721-01EA-7845-5C37-284FBE2E2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1" y="3192877"/>
            <a:ext cx="4015446" cy="279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11A83-670D-4076-039D-4AC3F2CC6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277" y="3192876"/>
            <a:ext cx="4015446" cy="279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C78FB8A-AC04-952E-C8CA-5F4A13C5E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723" y="3192876"/>
            <a:ext cx="4015446" cy="279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0.130 </a:t>
            </a:r>
          </a:p>
          <a:p>
            <a:r>
              <a:rPr lang="en-US" dirty="0"/>
              <a:t>Spearman rank correlation coefficient: 0.319 </a:t>
            </a:r>
          </a:p>
          <a:p>
            <a:r>
              <a:rPr lang="en-US" dirty="0"/>
              <a:t>Coefficient of Determination (R^2): 0.017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308613-B43F-640C-EF3A-130D200A1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14" y="3202980"/>
            <a:ext cx="3965324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60F518B-9EB4-816D-942F-3BF7DF358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338" y="3202980"/>
            <a:ext cx="3965324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2D8FFC2-C898-38F2-EF81-2D6B60998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662" y="3202980"/>
            <a:ext cx="3965324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-0.232 </a:t>
            </a:r>
          </a:p>
          <a:p>
            <a:r>
              <a:rPr lang="en-US" dirty="0"/>
              <a:t>Spearman rank correlation coefficient: -0.438 </a:t>
            </a:r>
          </a:p>
          <a:p>
            <a:r>
              <a:rPr lang="en-US" dirty="0"/>
              <a:t>Coefficient of Determination (R^2): 0.054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4F553-9BA3-A4BC-871D-344D3E747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2" y="3236316"/>
            <a:ext cx="4020452" cy="284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1D1DA-527C-D8DA-2935-4175BD4BA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774" y="3236316"/>
            <a:ext cx="4020452" cy="284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E98E8AA-9601-5132-2B39-460C5A0B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226" y="3236316"/>
            <a:ext cx="4020452" cy="284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-0.285 </a:t>
            </a:r>
          </a:p>
          <a:p>
            <a:r>
              <a:rPr lang="en-US" dirty="0"/>
              <a:t>Spearman rank correlation coefficient: -0.083 </a:t>
            </a:r>
          </a:p>
          <a:p>
            <a:r>
              <a:rPr lang="en-US" dirty="0"/>
              <a:t>Coefficient of Determination (R^2): 0.081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29C7E-9AD1-7FE5-909D-42E21F8D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8" y="3022219"/>
            <a:ext cx="4036968" cy="285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20C05-1A51-E1F1-457B-D1E6D1466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516" y="3022219"/>
            <a:ext cx="4036968" cy="285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18743E0-496B-4007-AA22-609A64046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484" y="3022218"/>
            <a:ext cx="4036968" cy="285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33670</TotalTime>
  <Words>162</Words>
  <Application>Microsoft Macintosh PowerPoint</Application>
  <PresentationFormat>Widescreen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2c4y – RNA Complex</vt:lpstr>
      <vt:lpstr>2c4y Phi &amp; Gamma Graphs</vt:lpstr>
      <vt:lpstr>2c4y_Single Mutation – PHI 9.5</vt:lpstr>
      <vt:lpstr>2c4y_Double Mutation – PHI 9.5</vt:lpstr>
      <vt:lpstr>2c4y_Triple Mutation – PHI 9.5</vt:lpstr>
      <vt:lpstr>2c4y_Quadruple Mutation – PHI 9.5</vt:lpstr>
      <vt:lpstr>2c4y_AF_Quadruple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15</cp:revision>
  <dcterms:created xsi:type="dcterms:W3CDTF">2024-05-28T17:18:23Z</dcterms:created>
  <dcterms:modified xsi:type="dcterms:W3CDTF">2024-07-15T16:38:31Z</dcterms:modified>
</cp:coreProperties>
</file>