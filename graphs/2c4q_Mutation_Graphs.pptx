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0" r:id="rId4"/>
    <p:sldId id="285" r:id="rId5"/>
    <p:sldId id="283" r:id="rId6"/>
    <p:sldId id="28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92"/>
    <p:restoredTop sz="94720"/>
  </p:normalViewPr>
  <p:slideViewPr>
    <p:cSldViewPr snapToGrid="0">
      <p:cViewPr varScale="1">
        <p:scale>
          <a:sx n="101" d="100"/>
          <a:sy n="101" d="100"/>
        </p:scale>
        <p:origin x="216" y="2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2c4q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0.285 </a:t>
            </a:r>
          </a:p>
          <a:p>
            <a:r>
              <a:rPr lang="en-US" dirty="0"/>
              <a:t>Spearman rank correlation coefficient: 0.362 </a:t>
            </a:r>
          </a:p>
          <a:p>
            <a:r>
              <a:rPr lang="en-US" dirty="0"/>
              <a:t>Coefficient of Determination (R^2): 0.081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246359F-629C-D318-DF83-3F43ADC1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BBF7101-1306-3543-D541-DD7607988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2182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E14B28F-A91B-4C52-F755-7AB73596A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80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0.697 </a:t>
            </a:r>
          </a:p>
          <a:p>
            <a:r>
              <a:rPr lang="en-US" dirty="0"/>
              <a:t>Spearman rank correlation coefficient: 0.669 </a:t>
            </a:r>
          </a:p>
          <a:p>
            <a:r>
              <a:rPr lang="en-US" dirty="0"/>
              <a:t>Coefficient of Determination (R^2): 0.486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F848E7-CFB4-2044-FCBB-AF88D2495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BE724A-EC79-544F-6AC7-A7271CF91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7941952-5264-AD1D-39B1-242931430C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9571" y="3341376"/>
            <a:ext cx="3726178" cy="264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0.556 </a:t>
            </a:r>
          </a:p>
          <a:p>
            <a:r>
              <a:rPr lang="en-US" dirty="0"/>
              <a:t>Spearman rank correlation coefficient: 0.545 </a:t>
            </a:r>
          </a:p>
          <a:p>
            <a:r>
              <a:rPr lang="en-US" dirty="0"/>
              <a:t>Coefficient of Determination (R^2): 0.309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B8767-CDDF-ACDB-A7DD-D8FADA831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07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C1F908-E258-A555-0AAA-AFBB16B18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2262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4238E4A-4F0F-6104-88F5-FB1EC8B54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7524" y="3429001"/>
            <a:ext cx="3976369" cy="282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0.581 </a:t>
            </a:r>
          </a:p>
          <a:p>
            <a:r>
              <a:rPr lang="en-US" dirty="0"/>
              <a:t>Spearman rank correlation coefficient: 0.615 </a:t>
            </a:r>
          </a:p>
          <a:p>
            <a:r>
              <a:rPr lang="en-US" dirty="0"/>
              <a:t>Coefficient of Determination (R^2): 0.338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AF8847E-48FA-2DC2-1716-E98EC541B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35" y="3428999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EA3BAD-8EA4-A0F4-3F47-8B6B424F8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45" y="3429000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0E546F-B422-61CB-71FA-1819522F6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55" y="3428998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15610</TotalTime>
  <Words>129</Words>
  <Application>Microsoft Macintosh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2c4q – RNA Complex</vt:lpstr>
      <vt:lpstr>2c4q Phi &amp; Gamma Graphs</vt:lpstr>
      <vt:lpstr>OLD_2c4q_Single Mutation – PHI 9.5</vt:lpstr>
      <vt:lpstr>2c4q_Single Mutation – PHI 9.5</vt:lpstr>
      <vt:lpstr>2c4q_Double Mutation – PHI 9.5</vt:lpstr>
      <vt:lpstr>2c4q_Triple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4</cp:revision>
  <dcterms:created xsi:type="dcterms:W3CDTF">2024-05-28T17:18:23Z</dcterms:created>
  <dcterms:modified xsi:type="dcterms:W3CDTF">2024-06-14T06:13:53Z</dcterms:modified>
</cp:coreProperties>
</file>