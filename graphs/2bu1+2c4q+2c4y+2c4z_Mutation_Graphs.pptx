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90" r:id="rId3"/>
    <p:sldId id="285" r:id="rId4"/>
    <p:sldId id="283" r:id="rId5"/>
    <p:sldId id="284" r:id="rId6"/>
    <p:sldId id="287" r:id="rId7"/>
    <p:sldId id="286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401"/>
    <p:restoredTop sz="94779"/>
  </p:normalViewPr>
  <p:slideViewPr>
    <p:cSldViewPr snapToGrid="0">
      <p:cViewPr varScale="1">
        <p:scale>
          <a:sx n="211" d="100"/>
          <a:sy n="211" d="100"/>
        </p:scale>
        <p:origin x="163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623281A-8D51-F24D-A44D-801F90768EA0}" type="datetimeFigureOut">
              <a:rPr lang="en-US" smtClean="0"/>
              <a:t>7/9/24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56A5B0-A2AA-0E4F-BF3A-A5C158D54A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14433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56A5B0-A2AA-0E4F-BF3A-A5C158D54A1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40667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CB8F3D-E3A1-C4C5-9659-4CD199FA66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8977C86-7188-FF95-3EBE-39934757F7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BF40E2-EAFF-7887-C94A-595CAB7613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24598-E0FC-E241-BAA2-BE1A2687DE9E}" type="datetimeFigureOut">
              <a:rPr lang="en-US" smtClean="0"/>
              <a:t>7/9/24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B3FEA3-3644-F61B-8F9D-DC5F539685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1CC71A-AD01-5714-31A0-48DB16D605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1F3224-5DE7-F14A-84D5-1F862C873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50669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62579-AA63-790D-E7D3-2AAC2B9A09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5A0205-8C30-B889-C848-EDB67C542C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642477-06CB-4336-59A0-75B9F28CA9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24598-E0FC-E241-BAA2-BE1A2687DE9E}" type="datetimeFigureOut">
              <a:rPr lang="en-US" smtClean="0"/>
              <a:t>7/9/24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E1340B-E882-E832-2431-352C985C69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7A8658-73A7-54F1-4630-A7C8F2A286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1F3224-5DE7-F14A-84D5-1F862C873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4287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DC070-6A4C-7504-BDC8-14A5093FAD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2C1B66-97F4-24C8-873C-40CE1EF373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0377C5-3FD1-18E8-84A6-C31E9749B2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24598-E0FC-E241-BAA2-BE1A2687DE9E}" type="datetimeFigureOut">
              <a:rPr lang="en-US" smtClean="0"/>
              <a:t>7/9/24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CD231B-3CC9-3544-BD5F-C7A0528CDD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AF470A-56FC-45E0-2AE0-7AB489D9DD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1F3224-5DE7-F14A-84D5-1F862C873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6033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3DFA0B-0AF4-5F92-5DD1-5FC05E88EC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4AF0B3-98CF-9DAF-EA19-197919F0E2F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9215D9-C778-7C4B-10E1-DEEE0D224D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C7F988-AC8B-72F8-7570-32B061B90E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24598-E0FC-E241-BAA2-BE1A2687DE9E}" type="datetimeFigureOut">
              <a:rPr lang="en-US" smtClean="0"/>
              <a:t>7/9/24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A04901-815E-F6FC-2936-FCE15AC1A8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0D83EE-2F28-5BE1-576B-6EEDC99E03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1F3224-5DE7-F14A-84D5-1F862C873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65174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F61126-EC0C-58F7-1242-A7CD47AA6C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AB837B-36D0-05E0-1D18-2CC4A3F8DB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2C7B88-FDC1-5F36-8176-983F232AB4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F0014B1-3F46-7BE2-BE7A-FD9A1CF5DD7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AFB8527-884C-747D-4516-0BCC9C9F41E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699ED19-66FF-EEEA-4A25-66EA34A445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24598-E0FC-E241-BAA2-BE1A2687DE9E}" type="datetimeFigureOut">
              <a:rPr lang="en-US" smtClean="0"/>
              <a:t>7/9/24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49799AC-B7DF-F1EE-5901-0482AD271C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7D6BA36-C399-231F-D560-F90EFEDF6F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1F3224-5DE7-F14A-84D5-1F862C873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56820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D47C68-B6FE-33B9-C6D8-C059547A1A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F68376-074C-79FC-3718-2DA6539D6C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24598-E0FC-E241-BAA2-BE1A2687DE9E}" type="datetimeFigureOut">
              <a:rPr lang="en-US" smtClean="0"/>
              <a:t>7/9/24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7E6E093-6F54-0829-2E4B-9EEED2208B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7A02B9-6EB0-B7F2-2FF0-F861350AF4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1F3224-5DE7-F14A-84D5-1F862C873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7206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F57442F-CEAB-3221-4582-456F8BAE79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24598-E0FC-E241-BAA2-BE1A2687DE9E}" type="datetimeFigureOut">
              <a:rPr lang="en-US" smtClean="0"/>
              <a:t>7/9/24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1C62BA8-BC7C-62A0-ED96-594761BA00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C398F7-DB8F-A203-337C-F46303998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1F3224-5DE7-F14A-84D5-1F862C873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0437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8B52CE-505E-1AFB-82A3-A34E766A7A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98F571-59D5-8262-5E89-FFC784FAF7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936BB3-7B51-B20C-91F8-5A57C1B155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D545AE3-8EA2-6705-D2DA-D005DA6662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24598-E0FC-E241-BAA2-BE1A2687DE9E}" type="datetimeFigureOut">
              <a:rPr lang="en-US" smtClean="0"/>
              <a:t>7/9/24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64C6AC-1389-4D68-A749-E288C8FBCB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7E0B92-027E-5A6B-54B6-997A58B6D4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1F3224-5DE7-F14A-84D5-1F862C873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9572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A78308-E2BA-E22A-4D05-D0D2956D8A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CDDC56F-F9E7-A2C7-1F02-2ED1A8BA23D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1183506-1FBD-A578-F4C0-756103663B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EDCA73A-55BA-13E8-E16A-07AB258F84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24598-E0FC-E241-BAA2-BE1A2687DE9E}" type="datetimeFigureOut">
              <a:rPr lang="en-US" smtClean="0"/>
              <a:t>7/9/24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1D31AA-C146-9B1D-0A6B-225DC27FA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81DF61-1860-079C-AE94-E22F06DF1F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1F3224-5DE7-F14A-84D5-1F862C873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96667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426754-07F6-7CFC-59B5-9F48E67EC5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B8054C8-0369-177F-0260-6D98609B839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45D84C-D09E-82E2-06ED-C5892D8BDC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24598-E0FC-E241-BAA2-BE1A2687DE9E}" type="datetimeFigureOut">
              <a:rPr lang="en-US" smtClean="0"/>
              <a:t>7/9/24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61F40D-A21F-C11B-939C-71C8A04EB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E10C2D-909D-B1FA-44AB-3E8DD0A4D2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1F3224-5DE7-F14A-84D5-1F862C873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98242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5717951-B2FA-A353-EAF5-664C536D141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A97FB23-2DF5-6DDA-7402-3D89AAD3D25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901967-BB3D-5E64-B865-DD8C10A5DA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24598-E0FC-E241-BAA2-BE1A2687DE9E}" type="datetimeFigureOut">
              <a:rPr lang="en-US" smtClean="0"/>
              <a:t>7/9/24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F0C182-C38A-B69A-A27A-73CBCAA741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4102FB-FB3A-C20D-951E-116434102B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1F3224-5DE7-F14A-84D5-1F862C873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28281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6AD012C-4C06-7A61-0BBB-6B44521E14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82E2CD-6FD1-C920-5125-3593587091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78D8D0-09D6-B38C-1D5B-B468AB9347B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9F24598-E0FC-E241-BAA2-BE1A2687DE9E}" type="datetimeFigureOut">
              <a:rPr lang="en-US" smtClean="0"/>
              <a:t>7/9/24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637CD8-336E-1A1F-5E5B-807D780214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95EE0C-56A8-F005-A100-E9E58FA5F5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11F3224-5DE7-F14A-84D5-1F862C873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6671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7DA7F1-AA06-D470-5620-D21ECC7B514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2bu1, 2c4q, 2c4y, 2c4z – RNA Complex</a:t>
            </a:r>
          </a:p>
        </p:txBody>
      </p:sp>
    </p:spTree>
    <p:extLst>
      <p:ext uri="{BB962C8B-B14F-4D97-AF65-F5344CB8AC3E}">
        <p14:creationId xmlns:p14="http://schemas.microsoft.com/office/powerpoint/2010/main" val="17243223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DAB852-1ACC-74C7-6228-9D23450376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2bu1, 2c4q, 2c4y, 2c4z Phi &amp; Gamma Graphs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05CE69-AD9E-B41F-3C2D-429C7D534E7E}"/>
              </a:ext>
            </a:extLst>
          </p:cNvPr>
          <p:cNvSpPr txBox="1"/>
          <p:nvPr/>
        </p:nvSpPr>
        <p:spPr>
          <a:xfrm>
            <a:off x="766913" y="2274516"/>
            <a:ext cx="25392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Gamma Randomization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EB601B-F26A-FA8B-BB61-73D43C5F55B0}"/>
              </a:ext>
            </a:extLst>
          </p:cNvPr>
          <p:cNvSpPr txBox="1"/>
          <p:nvPr/>
        </p:nvSpPr>
        <p:spPr>
          <a:xfrm>
            <a:off x="5460708" y="2274516"/>
            <a:ext cx="13425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Phis Native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2439339-BB0C-1909-D306-569CB9330556}"/>
              </a:ext>
            </a:extLst>
          </p:cNvPr>
          <p:cNvSpPr txBox="1"/>
          <p:nvPr/>
        </p:nvSpPr>
        <p:spPr>
          <a:xfrm>
            <a:off x="9511231" y="2274516"/>
            <a:ext cx="1288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Phis Decoy</a:t>
            </a: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A64F1EBF-E821-D65B-25D4-B58FB49A23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963" y="2961202"/>
            <a:ext cx="3875041" cy="32125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>
            <a:extLst>
              <a:ext uri="{FF2B5EF4-FFF2-40B4-BE49-F238E27FC236}">
                <a16:creationId xmlns:a16="http://schemas.microsoft.com/office/drawing/2014/main" id="{E5F8137B-9755-C129-A611-0ABAA50415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94460" y="2961203"/>
            <a:ext cx="3875041" cy="32125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4" name="Picture 6">
            <a:extLst>
              <a:ext uri="{FF2B5EF4-FFF2-40B4-BE49-F238E27FC236}">
                <a16:creationId xmlns:a16="http://schemas.microsoft.com/office/drawing/2014/main" id="{693CCC14-47FE-06A9-E3D2-F6257F93F6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17957" y="2961203"/>
            <a:ext cx="3875041" cy="32125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138065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MS2_Nat_Single Mutation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0.297 </a:t>
            </a:r>
          </a:p>
          <a:p>
            <a:r>
              <a:rPr lang="en-US" dirty="0"/>
              <a:t>Spearman rank correlation coefficient: 0.317 </a:t>
            </a:r>
          </a:p>
          <a:p>
            <a:r>
              <a:rPr lang="en-US" dirty="0"/>
              <a:t>Coefficient of Determination (R^2): 0.088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E9CA9DC9-4D4B-1D36-6E7B-19FD34763C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2720" y="3233704"/>
            <a:ext cx="3896185" cy="27701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2BD25405-90C6-BB95-C69A-9F6926E49D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47907" y="3233705"/>
            <a:ext cx="3896185" cy="27701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7B4C40A8-BC19-EDBB-D8BA-7889D57C51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44092" y="3233704"/>
            <a:ext cx="3896185" cy="27701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29415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MS2_Nat_Double Mutation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0.158 </a:t>
            </a:r>
          </a:p>
          <a:p>
            <a:r>
              <a:rPr lang="en-US" dirty="0"/>
              <a:t>Spearman rank correlation coefficient: 0.245 </a:t>
            </a:r>
          </a:p>
          <a:p>
            <a:r>
              <a:rPr lang="en-US" dirty="0"/>
              <a:t>Coefficient of Determination (R^2): 0.025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56C1C43E-9971-0E18-2F36-DFA021A9AD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8795" y="3130759"/>
            <a:ext cx="3851470" cy="27383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AC2DEEB4-2C6E-209A-3326-BEDA9844B2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70265" y="3130759"/>
            <a:ext cx="3851470" cy="27383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>
            <a:extLst>
              <a:ext uri="{FF2B5EF4-FFF2-40B4-BE49-F238E27FC236}">
                <a16:creationId xmlns:a16="http://schemas.microsoft.com/office/drawing/2014/main" id="{F0B058F2-929D-4241-9FDE-87C148A46D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82205" y="3130758"/>
            <a:ext cx="3851470" cy="27383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43891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MS2_Nat_Triple Mutation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0.348 </a:t>
            </a:r>
          </a:p>
          <a:p>
            <a:r>
              <a:rPr lang="en-US" dirty="0"/>
              <a:t>Spearman rank correlation coefficient: 0.408 </a:t>
            </a:r>
          </a:p>
          <a:p>
            <a:r>
              <a:rPr lang="en-US" dirty="0"/>
              <a:t>Coefficient of Determination (R^2): 0.121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F12F7F79-DD88-BD0B-3E31-6F9FB35FA8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244" y="3254901"/>
            <a:ext cx="3992504" cy="2838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>
            <a:extLst>
              <a:ext uri="{FF2B5EF4-FFF2-40B4-BE49-F238E27FC236}">
                <a16:creationId xmlns:a16="http://schemas.microsoft.com/office/drawing/2014/main" id="{65771C58-E5A6-8477-4489-9E606D28BA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99748" y="3254901"/>
            <a:ext cx="3992504" cy="2838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>
            <a:extLst>
              <a:ext uri="{FF2B5EF4-FFF2-40B4-BE49-F238E27FC236}">
                <a16:creationId xmlns:a16="http://schemas.microsoft.com/office/drawing/2014/main" id="{2557B72F-6523-38BF-3B30-9DE5613F4C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92252" y="3254901"/>
            <a:ext cx="3992504" cy="2838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441509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MS2_Nat_Quadruple Mutation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-0.453 </a:t>
            </a:r>
          </a:p>
          <a:p>
            <a:r>
              <a:rPr lang="en-US" dirty="0"/>
              <a:t>Spearman rank correlation coefficient: -0.503 </a:t>
            </a:r>
          </a:p>
          <a:p>
            <a:r>
              <a:rPr lang="en-US" dirty="0"/>
              <a:t>Coefficient of Determination (R^2): 0.205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4DE21F7-A7D3-68B6-35D2-1BE77E6A81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70" y="3223550"/>
            <a:ext cx="4050753" cy="27943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E88AB60-E4F7-54D4-4346-52B772258B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70623" y="3223550"/>
            <a:ext cx="4050753" cy="27943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6">
            <a:extLst>
              <a:ext uri="{FF2B5EF4-FFF2-40B4-BE49-F238E27FC236}">
                <a16:creationId xmlns:a16="http://schemas.microsoft.com/office/drawing/2014/main" id="{043AA985-A321-C9B9-1F29-596C2A394F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21376" y="3223550"/>
            <a:ext cx="4050753" cy="27943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512153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MS2_Nat_AF_Quadruple Mutation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-0.245 </a:t>
            </a:r>
          </a:p>
          <a:p>
            <a:r>
              <a:rPr lang="en-US" dirty="0"/>
              <a:t>Spearman rank correlation coefficient: -0.007 </a:t>
            </a:r>
          </a:p>
          <a:p>
            <a:r>
              <a:rPr lang="en-US" dirty="0"/>
              <a:t>Coefficient of Determination (R^2): 0.060</a:t>
            </a:r>
          </a:p>
        </p:txBody>
      </p:sp>
      <p:pic>
        <p:nvPicPr>
          <p:cNvPr id="5128" name="Picture 8">
            <a:extLst>
              <a:ext uri="{FF2B5EF4-FFF2-40B4-BE49-F238E27FC236}">
                <a16:creationId xmlns:a16="http://schemas.microsoft.com/office/drawing/2014/main" id="{EB7B8F88-8065-B3D9-F3FB-77DB9F71EF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3282150"/>
            <a:ext cx="4008141" cy="2835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30" name="Picture 10">
            <a:extLst>
              <a:ext uri="{FF2B5EF4-FFF2-40B4-BE49-F238E27FC236}">
                <a16:creationId xmlns:a16="http://schemas.microsoft.com/office/drawing/2014/main" id="{5C44A0A2-5CAC-3C75-571D-BE16D8E985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90270" y="3282150"/>
            <a:ext cx="4008141" cy="2835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32" name="Picture 12">
            <a:extLst>
              <a:ext uri="{FF2B5EF4-FFF2-40B4-BE49-F238E27FC236}">
                <a16:creationId xmlns:a16="http://schemas.microsoft.com/office/drawing/2014/main" id="{C4F4A22F-C7A6-1895-3A28-3E80683947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98411" y="3282150"/>
            <a:ext cx="4008141" cy="2835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051225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29435</TotalTime>
  <Words>184</Words>
  <Application>Microsoft Macintosh PowerPoint</Application>
  <PresentationFormat>Widescreen</PresentationFormat>
  <Paragraphs>26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2bu1, 2c4q, 2c4y, 2c4z – RNA Complex</vt:lpstr>
      <vt:lpstr>2bu1, 2c4q, 2c4y, 2c4z Phi &amp; Gamma Graphs</vt:lpstr>
      <vt:lpstr>MS2_Nat_Single Mutation – PHI 9.5</vt:lpstr>
      <vt:lpstr>MS2_Nat_Double Mutation – PHI 9.5</vt:lpstr>
      <vt:lpstr>MS2_Nat_Triple Mutation – PHI 9.5</vt:lpstr>
      <vt:lpstr>MS2_Nat_Quadruple Mutation – PHI 9.5</vt:lpstr>
      <vt:lpstr>MS2_Nat_AF_Quadruple Mutation – PHI 9.5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2c4q – RNA Complex</dc:title>
  <dc:creator>Eduardo Cisneros</dc:creator>
  <cp:lastModifiedBy>Eduardo Cisneros</cp:lastModifiedBy>
  <cp:revision>13</cp:revision>
  <dcterms:created xsi:type="dcterms:W3CDTF">2024-05-28T17:18:23Z</dcterms:created>
  <dcterms:modified xsi:type="dcterms:W3CDTF">2024-07-09T16:49:31Z</dcterms:modified>
</cp:coreProperties>
</file>