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81" r:id="rId3"/>
    <p:sldId id="261" r:id="rId4"/>
    <p:sldId id="257" r:id="rId5"/>
    <p:sldId id="291" r:id="rId6"/>
    <p:sldId id="292" r:id="rId7"/>
    <p:sldId id="258" r:id="rId8"/>
    <p:sldId id="260" r:id="rId9"/>
    <p:sldId id="293" r:id="rId10"/>
    <p:sldId id="262" r:id="rId11"/>
    <p:sldId id="290" r:id="rId12"/>
    <p:sldId id="263" r:id="rId13"/>
    <p:sldId id="28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15"/>
    <p:restoredTop sz="94767"/>
  </p:normalViewPr>
  <p:slideViewPr>
    <p:cSldViewPr snapToGrid="0">
      <p:cViewPr varScale="1">
        <p:scale>
          <a:sx n="116" d="100"/>
          <a:sy n="116" d="100"/>
        </p:scale>
        <p:origin x="8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49368-99C1-7541-BFC8-25F3442D726D}" type="datetimeFigureOut">
              <a:rPr lang="en-US" smtClean="0"/>
              <a:t>7/16/24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DD649-BB4E-D44E-AFB8-DE3C98B1D0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989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DD649-BB4E-D44E-AFB8-DE3C98B1D0C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293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93BB0-708F-FA98-B9A3-C96FF732D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0EDB03-35D4-54AF-B95C-D9CAF6A5C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75AA7-767B-4FDF-6D3E-F706A7492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8A1F4-0850-D30E-C778-AB6EF0F82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11C27-6D09-4BEA-C1F5-9FF0378A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9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8616-28B1-1B39-FA01-D54C61F66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5A29D-9DB5-E80A-23C5-EBFE5B834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4302-AA3F-B31B-F220-770E4117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54082-4169-582F-B62F-3339CDF13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F0662-DA65-082B-2DB3-03FF114CB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02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9030-78C1-99C7-D35C-7D55B4840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5C83D-09B0-DB06-6706-711E4C29ED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C19F0-905C-C25D-3AD2-BDD1247A6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4E70C-6EB7-07D4-7055-4CCA3DFE7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5D2FE-6FAC-4D8F-179A-F1A30429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70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5439B-6C43-A6F9-6313-EBE293AC4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05CB3-01FB-1648-CCEE-FAB968B9B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42F8-E930-24DD-2B58-72FBC7E0D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D88A4-F455-2FDB-397F-716D641B0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F9500-5E5E-8BB0-5C76-C5657541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A709B-021B-8E39-91BD-DDB828202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1544-621B-F41A-40A0-D698138EA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0D4FC-9EA7-9322-C03D-A633A1F8E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55E2CF-C3F4-DC3E-15F8-95093BA09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B6360-A13E-5D1E-1CA4-C991816FE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68CA61-EDD2-6772-32D8-4A51810C3F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DE1D9-452D-DC89-5F66-ADC018B45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A3C77-E67D-EE1D-1380-F07EEFF50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19D67F-FAC2-A053-BF75-36353B1CE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583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27C1-55C3-E045-809D-F0913859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0B96AF-DA52-CA00-AE92-569ED11FA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F04281-C9F6-0AF6-4D92-B191C6B30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CBE29-0B18-5BEC-C8E6-50B7BE76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324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0D5D0D-9E64-B9A7-1B8A-118E30A8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4E3013-D0F6-F293-02F4-0596B978E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8CCB4-9CC3-BD48-1C4B-12D1D108D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2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6D7A-F6E2-DD62-2564-D5AC1FB05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98575-DAC4-5F53-413A-7F5DBC269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7526D-5B85-95D5-36C2-49A04F5C0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6FE99-0711-C3EF-5E6D-121CF4B70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E1375-478D-EEF5-522B-65037B364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7C7B0B-0841-5076-0206-A30784EA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97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4577E-3E9E-A9CA-937A-9947D12C3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C98BE1-7A82-69C5-CFF0-55FC0A4C86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D66718-9AFA-1214-8EB9-12CE17D76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D09075-725F-0146-63E3-23D073A84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4ED5DC-F78B-2DAD-F25B-C59981448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8D85A-A66A-A891-26C6-C599BB7F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493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B8A38-0835-D1E9-9AAF-5004F002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6E8BD-785E-AC2C-0E43-06F99E700B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578DF-E0E0-EFAD-424B-90BF9947E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B0AE0-635B-0326-1059-FCAC238CF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A1EFE-4AAB-0EBE-844F-9464538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4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C4CCA1-022F-0155-8229-96FA1B2D27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2F64EA-A6C1-06BA-DCD9-FB0D5A03E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3EA436-F241-B2F6-62EA-F77EFDD61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B0078-00CA-79BC-F240-106C7405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7B1E1-4D1F-4437-6DE0-D27A3170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8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B49769-5A8E-552E-7588-AF97001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29018-2E13-5DE2-ACE6-B1791A4C0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FE85D-B032-3F79-02CC-22B753FDAA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639EA0-F1F0-6945-A897-517B500ABEA6}" type="datetimeFigureOut">
              <a:rPr lang="en-US" smtClean="0"/>
              <a:t>7/15/24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E2F4D-6AE9-D23E-4760-5D2F415904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F64AC-CC54-5C2F-4847-F5BF39C61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936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7CF6-19B8-AA20-E439-1D5C2D386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2BU1 RNA-Protein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AFF37-1758-791A-7384-673F86EC68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088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25B1818C-8430-AD68-B698-BDC5EF179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034" y="2959768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B3196352-BBA7-678D-D7A9-FAA265BDE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2320" y="2959766"/>
            <a:ext cx="3297152" cy="273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>
            <a:extLst>
              <a:ext uri="{FF2B5EF4-FFF2-40B4-BE49-F238E27FC236}">
                <a16:creationId xmlns:a16="http://schemas.microsoft.com/office/drawing/2014/main" id="{32E9CBBD-BC17-9817-8891-C3227AB304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677" y="2959767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1F93-39F6-0360-A88F-BC19D6B65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1-3 Mutations – PHI 9.5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7D03B-5F7A-8092-5D82-9CF16F263DDE}"/>
              </a:ext>
            </a:extLst>
          </p:cNvPr>
          <p:cNvSpPr txBox="1"/>
          <p:nvPr/>
        </p:nvSpPr>
        <p:spPr>
          <a:xfrm>
            <a:off x="710022" y="1921225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0.503 </a:t>
            </a:r>
          </a:p>
          <a:p>
            <a:r>
              <a:rPr lang="en-US" dirty="0"/>
              <a:t>Spearman rank correlation coefficient: 0.489 </a:t>
            </a:r>
          </a:p>
          <a:p>
            <a:r>
              <a:rPr lang="en-US" dirty="0"/>
              <a:t>Coefficient of Determination (R^2): 0.253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03A800-0042-0379-D253-BB837B3F4B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00" y="3590813"/>
            <a:ext cx="3532947" cy="251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0AA2A7BC-7A79-F9EE-401B-65192331A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9526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CA3DF125-0A31-04A8-0F7D-53F2025AE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833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2CDBDD-2442-A319-0B67-33DB8920D3E0}"/>
              </a:ext>
            </a:extLst>
          </p:cNvPr>
          <p:cNvSpPr txBox="1"/>
          <p:nvPr/>
        </p:nvSpPr>
        <p:spPr>
          <a:xfrm>
            <a:off x="8849638" y="18475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889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OLD_2BU1_Single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0.606 </a:t>
            </a:r>
          </a:p>
          <a:p>
            <a:r>
              <a:rPr lang="en-US" dirty="0"/>
              <a:t>Spearman rank correlation coefficient: 0.626 </a:t>
            </a:r>
          </a:p>
          <a:p>
            <a:r>
              <a:rPr lang="en-US" dirty="0"/>
              <a:t>Coefficient of Determination (R^2): 0.368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68732D-7ED7-97C2-A287-FD13B404F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22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5837E3A-440B-37B4-DAEE-D8A45DC27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428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A10008F-5645-1E8E-7ED0-7F252BD20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835" y="3183412"/>
            <a:ext cx="3903143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6C21FD-A971-50CE-F2C9-2D735645C6FF}"/>
              </a:ext>
            </a:extLst>
          </p:cNvPr>
          <p:cNvSpPr txBox="1"/>
          <p:nvPr/>
        </p:nvSpPr>
        <p:spPr>
          <a:xfrm>
            <a:off x="7556500" y="1828668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OLD = old </a:t>
            </a:r>
            <a:r>
              <a:rPr lang="en-US" dirty="0" err="1"/>
              <a:t>gamma_filtered</a:t>
            </a:r>
            <a:r>
              <a:rPr lang="en-US" dirty="0"/>
              <a:t> file, unable to replicate</a:t>
            </a:r>
          </a:p>
        </p:txBody>
      </p:sp>
    </p:spTree>
    <p:extLst>
      <p:ext uri="{BB962C8B-B14F-4D97-AF65-F5344CB8AC3E}">
        <p14:creationId xmlns:p14="http://schemas.microsoft.com/office/powerpoint/2010/main" val="3892038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0.414 </a:t>
            </a:r>
          </a:p>
          <a:p>
            <a:r>
              <a:rPr lang="en-US" dirty="0"/>
              <a:t>Spearman rank correlation coefficient: 0.295 </a:t>
            </a:r>
          </a:p>
          <a:p>
            <a:r>
              <a:rPr lang="en-US" dirty="0"/>
              <a:t>Coefficient of Determination (R^2): 0.172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5C55C38-2725-2A17-EF88-9BB2E2702C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059" y="3525398"/>
            <a:ext cx="3848287" cy="27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4026B8-2C05-C468-AA85-F233000B6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1856" y="3525398"/>
            <a:ext cx="3848287" cy="27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09D7A4-598F-6091-3653-34D53CC5F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0654" y="3525398"/>
            <a:ext cx="3848287" cy="27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974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OLD_2BU1_Double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Pearson rank correlation coefficient: 0.490 </a:t>
            </a:r>
          </a:p>
          <a:p>
            <a:r>
              <a:rPr lang="en-US"/>
              <a:t>Spearman rank correlation coefficient: 0.488 </a:t>
            </a:r>
          </a:p>
          <a:p>
            <a:r>
              <a:rPr lang="en-US"/>
              <a:t>Coefficient of Determination (R^2): 0.240</a:t>
            </a:r>
            <a:endParaRPr lang="en-US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16581E37-EA91-74D2-CF2E-9640457A6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794" y="3435467"/>
            <a:ext cx="3623609" cy="2576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71403BB-E539-3D44-5B3F-8C3F5A23A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81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6BAC9327-8E8B-A803-C280-19330F637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859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3803F0-9AD3-BD86-E96A-A98FC43E28BF}"/>
              </a:ext>
            </a:extLst>
          </p:cNvPr>
          <p:cNvSpPr txBox="1"/>
          <p:nvPr/>
        </p:nvSpPr>
        <p:spPr>
          <a:xfrm>
            <a:off x="7556500" y="1828668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OLD = old </a:t>
            </a:r>
            <a:r>
              <a:rPr lang="en-US" dirty="0" err="1"/>
              <a:t>gamma_filtered</a:t>
            </a:r>
            <a:r>
              <a:rPr lang="en-US" dirty="0"/>
              <a:t> file, unable to replicate</a:t>
            </a:r>
          </a:p>
        </p:txBody>
      </p:sp>
    </p:spTree>
    <p:extLst>
      <p:ext uri="{BB962C8B-B14F-4D97-AF65-F5344CB8AC3E}">
        <p14:creationId xmlns:p14="http://schemas.microsoft.com/office/powerpoint/2010/main" val="1988163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0.371 </a:t>
            </a:r>
          </a:p>
          <a:p>
            <a:r>
              <a:rPr lang="en-US" dirty="0"/>
              <a:t>Spearman rank correlation coefficient: 0.349 </a:t>
            </a:r>
          </a:p>
          <a:p>
            <a:r>
              <a:rPr lang="en-US" dirty="0"/>
              <a:t>Coefficient of Determination (R^2): 0.138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2608875-83C0-0A21-D6DD-9F4093573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69" y="3264377"/>
            <a:ext cx="3924204" cy="279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095666B-0477-E264-D090-BF90F0867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3898" y="3264377"/>
            <a:ext cx="3924204" cy="279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A6F4188A-828B-DD0B-D7B6-69AEF7DAC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7627" y="3264377"/>
            <a:ext cx="3924204" cy="279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6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OLD_2BU1_Triple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0.534 </a:t>
            </a:r>
          </a:p>
          <a:p>
            <a:r>
              <a:rPr lang="en-US" dirty="0"/>
              <a:t>Spearman rank correlation coefficient: 0.564 </a:t>
            </a:r>
          </a:p>
          <a:p>
            <a:r>
              <a:rPr lang="en-US" dirty="0"/>
              <a:t>Coefficient of Determination (R^2): 0.285</a:t>
            </a: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2F085580-2FB3-EBD0-07C5-BBF1047EA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376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FDCCDD0-180B-E8EA-1B16-ECDF06A0D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840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55CA8150-3530-44F2-F911-5C56265A81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304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E157B8-C39B-5382-3653-0A32514DB58A}"/>
              </a:ext>
            </a:extLst>
          </p:cNvPr>
          <p:cNvSpPr txBox="1"/>
          <p:nvPr/>
        </p:nvSpPr>
        <p:spPr>
          <a:xfrm>
            <a:off x="7556500" y="1828668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OLD = old </a:t>
            </a:r>
            <a:r>
              <a:rPr lang="en-US" dirty="0" err="1"/>
              <a:t>gamma_filtered</a:t>
            </a:r>
            <a:r>
              <a:rPr lang="en-US" dirty="0"/>
              <a:t> file, unable to replicate</a:t>
            </a:r>
          </a:p>
        </p:txBody>
      </p:sp>
    </p:spTree>
    <p:extLst>
      <p:ext uri="{BB962C8B-B14F-4D97-AF65-F5344CB8AC3E}">
        <p14:creationId xmlns:p14="http://schemas.microsoft.com/office/powerpoint/2010/main" val="2653126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0.434 </a:t>
            </a:r>
          </a:p>
          <a:p>
            <a:r>
              <a:rPr lang="en-US" dirty="0"/>
              <a:t>Spearman rank correlation coefficient: 0.446 </a:t>
            </a:r>
          </a:p>
          <a:p>
            <a:r>
              <a:rPr lang="en-US" dirty="0"/>
              <a:t>Coefficient of Determination (R^2): 0.188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C7F7B2D-7B47-C1C2-6624-F0E87984A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260991"/>
            <a:ext cx="4036218" cy="2869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D34F7D49-E345-E77F-1996-779E9D142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7891" y="3260991"/>
            <a:ext cx="4036218" cy="2869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E18C6AF9-CB18-233C-EE23-E5D34859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5782" y="3260991"/>
            <a:ext cx="4036218" cy="2869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5870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-0.547 </a:t>
            </a:r>
          </a:p>
          <a:p>
            <a:r>
              <a:rPr lang="en-US" dirty="0"/>
              <a:t>Spearman rank correlation coefficient: -0.683 </a:t>
            </a:r>
          </a:p>
          <a:p>
            <a:r>
              <a:rPr lang="en-US" dirty="0"/>
              <a:t>Coefficient of Determination (R^2): 0.300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24F51CE-4CFA-F28D-8773-F0E86FC64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665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F20DFF8-3317-1507-1BB8-FF7032EC7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493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FE5D301-EB40-6F83-BA78-A598B5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1321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6056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-0.162 </a:t>
            </a:r>
          </a:p>
          <a:p>
            <a:r>
              <a:rPr lang="en-US" dirty="0"/>
              <a:t>Spearman rank correlation coefficient: 0.052 </a:t>
            </a:r>
          </a:p>
          <a:p>
            <a:r>
              <a:rPr lang="en-US" dirty="0"/>
              <a:t>Coefficient of Determination (R^2): 0.026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28E8B8-4836-7F8B-9985-4BA3582A8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183" y="3181350"/>
            <a:ext cx="3879245" cy="2744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568C53-C70B-5941-7238-4E4FF9AC7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2912" y="3181350"/>
            <a:ext cx="3879245" cy="2744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77CAA93A-4AAE-32A3-5420-21E1A2196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9125" y="3181350"/>
            <a:ext cx="3879245" cy="2744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145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-0.829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0.687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C55CEF8-1A24-6485-8CFE-B3D192A629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22" y="3429000"/>
            <a:ext cx="3804920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21454F7-1595-FB76-4F98-74EF384FA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3540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BC26BC3-3AF3-0FBD-D3EA-AF4E82D23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59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4979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4BB28-B350-8F6A-5B47-2C7B4FA83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56A4AEA-540E-58E8-2BD7-5C8C39FC9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8849" y="1690688"/>
            <a:ext cx="7173829" cy="507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080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30313</TotalTime>
  <Words>339</Words>
  <Application>Microsoft Macintosh PowerPoint</Application>
  <PresentationFormat>Widescreen</PresentationFormat>
  <Paragraphs>49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2BU1 RNA-Protein Complex</vt:lpstr>
      <vt:lpstr>2bu1 Phi &amp; Gamma Graphs</vt:lpstr>
      <vt:lpstr>1-3 Mutations – PHI 9.5</vt:lpstr>
      <vt:lpstr>OLD_2BU1_Single Mutation – PHI 9.5</vt:lpstr>
      <vt:lpstr>2BU1_Single Mutation – PHI 9.5</vt:lpstr>
      <vt:lpstr>OLD_2BU1_Double Mutation – PHI 9.5</vt:lpstr>
      <vt:lpstr>2BU1_Double Mutation – PHI 9.5</vt:lpstr>
      <vt:lpstr>OLD_2BU1_Triple Mutation – PHI 9.5</vt:lpstr>
      <vt:lpstr>2BU1_Triple Mutation – PHI 9.5</vt:lpstr>
      <vt:lpstr>2BU1_Quadruple Mutation – PHI 9.5</vt:lpstr>
      <vt:lpstr>2BU1_AF_Quadruple Mutation – PHI 9.5</vt:lpstr>
      <vt:lpstr>2BU1_Quintuple Mutation – PHI 9.5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Mutation Graphs</dc:title>
  <dc:creator>Eduardo Cisneros</dc:creator>
  <cp:lastModifiedBy>Eduardo Cisneros</cp:lastModifiedBy>
  <cp:revision>10</cp:revision>
  <dcterms:created xsi:type="dcterms:W3CDTF">2024-04-30T06:04:32Z</dcterms:created>
  <dcterms:modified xsi:type="dcterms:W3CDTF">2024-07-16T20:51:02Z</dcterms:modified>
</cp:coreProperties>
</file>