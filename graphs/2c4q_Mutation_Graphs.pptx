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1" r:id="rId3"/>
    <p:sldId id="280" r:id="rId4"/>
    <p:sldId id="285" r:id="rId5"/>
    <p:sldId id="283" r:id="rId6"/>
    <p:sldId id="284" r:id="rId7"/>
    <p:sldId id="287" r:id="rId8"/>
    <p:sldId id="286" r:id="rId9"/>
    <p:sldId id="288" r:id="rId10"/>
    <p:sldId id="28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97"/>
    <p:restoredTop sz="94800"/>
  </p:normalViewPr>
  <p:slideViewPr>
    <p:cSldViewPr snapToGrid="0">
      <p:cViewPr varScale="1">
        <p:scale>
          <a:sx n="212" d="100"/>
          <a:sy n="212" d="100"/>
        </p:scale>
        <p:origin x="115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B8F3D-E3A1-C4C5-9659-4CD199FA66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977C86-7188-FF95-3EBE-39934757F7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F40E2-EAFF-7887-C94A-595CAB761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6/24/24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3FEA3-3644-F61B-8F9D-DC5F53968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CC71A-AD01-5714-31A0-48DB16D60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066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62579-AA63-790D-E7D3-2AAC2B9A0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A0205-8C30-B889-C848-EDB67C542C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42477-06CB-4336-59A0-75B9F28CA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6/24/24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E1340B-E882-E832-2431-352C985C6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A8658-73A7-54F1-4630-A7C8F2A28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287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DC070-6A4C-7504-BDC8-14A5093FA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2C1B66-97F4-24C8-873C-40CE1EF373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377C5-3FD1-18E8-84A6-C31E9749B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6/24/24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CD231B-3CC9-3544-BD5F-C7A0528CD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AF470A-56FC-45E0-2AE0-7AB489D9D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603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DFA0B-0AF4-5F92-5DD1-5FC05E88E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AF0B3-98CF-9DAF-EA19-197919F0E2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9215D9-C778-7C4B-10E1-DEEE0D224D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7F988-AC8B-72F8-7570-32B061B90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6/24/24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A04901-815E-F6FC-2936-FCE15AC1A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83EE-2F28-5BE1-576B-6EEDC99E0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5174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61126-EC0C-58F7-1242-A7CD47AA6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AB837B-36D0-05E0-1D18-2CC4A3F8DB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2C7B88-FDC1-5F36-8176-983F232AB4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0014B1-3F46-7BE2-BE7A-FD9A1CF5D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FB8527-884C-747D-4516-0BCC9C9F41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99ED19-66FF-EEEA-4A25-66EA34A44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6/24/24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9799AC-B7DF-F1EE-5901-0482AD271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D6BA36-C399-231F-D560-F90EFEDF6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682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47C68-B6FE-33B9-C6D8-C059547A1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F68376-074C-79FC-3718-2DA6539D6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6/24/24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E6E093-6F54-0829-2E4B-9EEED220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7A02B9-6EB0-B7F2-2FF0-F861350AF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206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57442F-CEAB-3221-4582-456F8BAE7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6/24/24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C62BA8-BC7C-62A0-ED96-594761BA0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C398F7-DB8F-A203-337C-F4630399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043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B52CE-505E-1AFB-82A3-A34E766A7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8F571-59D5-8262-5E89-FFC784FAF7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936BB3-7B51-B20C-91F8-5A57C1B155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545AE3-8EA2-6705-D2DA-D005DA666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6/24/24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64C6AC-1389-4D68-A749-E288C8FBC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7E0B92-027E-5A6B-54B6-997A58B6D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57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78308-E2BA-E22A-4D05-D0D2956D8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DDC56F-F9E7-A2C7-1F02-2ED1A8BA23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183506-1FBD-A578-F4C0-756103663B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DCA73A-55BA-13E8-E16A-07AB258F8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6/24/24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1D31AA-C146-9B1D-0A6B-225DC27FA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81DF61-1860-079C-AE94-E22F06DF1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666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26754-07F6-7CFC-59B5-9F48E67EC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8054C8-0369-177F-0260-6D98609B83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45D84C-D09E-82E2-06ED-C5892D8BDC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6/24/24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61F40D-A21F-C11B-939C-71C8A04EB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E10C2D-909D-B1FA-44AB-3E8DD0A4D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824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717951-B2FA-A353-EAF5-664C536D14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97FB23-2DF5-6DDA-7402-3D89AAD3D2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901967-BB3D-5E64-B865-DD8C10A5D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6/24/24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F0C182-C38A-B69A-A27A-73CBCAA74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102FB-FB3A-C20D-951E-116434102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828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AD012C-4C06-7A61-0BBB-6B44521E1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82E2CD-6FD1-C920-5125-35935870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8D8D0-09D6-B38C-1D5B-B468AB9347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F24598-E0FC-E241-BAA2-BE1A2687DE9E}" type="datetimeFigureOut">
              <a:rPr lang="en-US" smtClean="0"/>
              <a:t>6/24/24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37CD8-336E-1A1F-5E5B-807D780214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95EE0C-56A8-F005-A100-E9E58FA5F5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667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DA7F1-AA06-D470-5620-D21ECC7B51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2c4q – RNA Complex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F26B89-6436-22DE-6CAB-A420AB50708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22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AB852-1ACC-74C7-6228-9D2345037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2c4q Phi &amp; Gamma Graphs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05CE69-AD9E-B41F-3C2D-429C7D534E7E}"/>
              </a:ext>
            </a:extLst>
          </p:cNvPr>
          <p:cNvSpPr txBox="1"/>
          <p:nvPr/>
        </p:nvSpPr>
        <p:spPr>
          <a:xfrm>
            <a:off x="741872" y="2251494"/>
            <a:ext cx="2539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Gamma Randomization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B601B-F26A-FA8B-BB61-73D43C5F55B0}"/>
              </a:ext>
            </a:extLst>
          </p:cNvPr>
          <p:cNvSpPr txBox="1"/>
          <p:nvPr/>
        </p:nvSpPr>
        <p:spPr>
          <a:xfrm>
            <a:off x="4548116" y="2251494"/>
            <a:ext cx="13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Native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39339-BB0C-1909-D306-569CB9330556}"/>
              </a:ext>
            </a:extLst>
          </p:cNvPr>
          <p:cNvSpPr txBox="1"/>
          <p:nvPr/>
        </p:nvSpPr>
        <p:spPr>
          <a:xfrm>
            <a:off x="8582403" y="2251494"/>
            <a:ext cx="1288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Decoy</a:t>
            </a:r>
          </a:p>
        </p:txBody>
      </p:sp>
    </p:spTree>
    <p:extLst>
      <p:ext uri="{BB962C8B-B14F-4D97-AF65-F5344CB8AC3E}">
        <p14:creationId xmlns:p14="http://schemas.microsoft.com/office/powerpoint/2010/main" val="1584959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OLD_2c4q_Single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0.285 </a:t>
            </a:r>
          </a:p>
          <a:p>
            <a:r>
              <a:rPr lang="en-US" dirty="0"/>
              <a:t>Spearman rank correlation coefficient: 0.362 </a:t>
            </a:r>
          </a:p>
          <a:p>
            <a:r>
              <a:rPr lang="en-US" dirty="0"/>
              <a:t>Coefficient of Determination (R^2): 0.081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246359F-629C-D318-DF83-3F43ADC1FE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557" y="3429000"/>
            <a:ext cx="3507636" cy="2493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1BBF7101-1306-3543-D541-DD76079885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2182" y="3429000"/>
            <a:ext cx="3507636" cy="2493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FE14B28F-A91B-4C52-F755-7AB73596A4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3807" y="3429000"/>
            <a:ext cx="3507636" cy="2493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36442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2c4q_Single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0.697 </a:t>
            </a:r>
          </a:p>
          <a:p>
            <a:r>
              <a:rPr lang="en-US" dirty="0"/>
              <a:t>Spearman rank correlation coefficient: 0.669 </a:t>
            </a:r>
          </a:p>
          <a:p>
            <a:r>
              <a:rPr lang="en-US" dirty="0"/>
              <a:t>Coefficient of Determination (R^2): 0.486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1F848E7-CFB4-2044-FCBB-AF88D24956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911" y="3341377"/>
            <a:ext cx="3726179" cy="2649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5BE724A-EC79-544F-6AC7-A7271CF914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241" y="3341377"/>
            <a:ext cx="3726179" cy="2649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7941952-5264-AD1D-39B1-242931430C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9571" y="3341376"/>
            <a:ext cx="3726178" cy="2649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9415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2c4q_Double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0.556 </a:t>
            </a:r>
          </a:p>
          <a:p>
            <a:r>
              <a:rPr lang="en-US" dirty="0"/>
              <a:t>Spearman rank correlation coefficient: 0.545 </a:t>
            </a:r>
          </a:p>
          <a:p>
            <a:r>
              <a:rPr lang="en-US" dirty="0"/>
              <a:t>Coefficient of Determination (R^2): 0.309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FB8767-CDDF-ACDB-A7DD-D8FADA8312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107" y="3429000"/>
            <a:ext cx="3976370" cy="2827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C1F908-E258-A555-0AAA-AFBB16B18B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2262" y="3429000"/>
            <a:ext cx="3976370" cy="2827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04238E4A-4F0F-6104-88F5-FB1EC8B541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7524" y="3429001"/>
            <a:ext cx="3976369" cy="2827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389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2c4q_Triple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0.581 </a:t>
            </a:r>
          </a:p>
          <a:p>
            <a:r>
              <a:rPr lang="en-US" dirty="0"/>
              <a:t>Spearman rank correlation coefficient: 0.615 </a:t>
            </a:r>
          </a:p>
          <a:p>
            <a:r>
              <a:rPr lang="en-US" dirty="0"/>
              <a:t>Coefficient of Determination (R^2): 0.338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6AF8847E-48FA-2DC2-1716-E98EC541B6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35" y="3428999"/>
            <a:ext cx="3962910" cy="2817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C7EA3BAD-8EA4-A0F4-3F47-8B6B424F8B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545" y="3429000"/>
            <a:ext cx="3962910" cy="2817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DC0E546F-B422-61CB-71FA-1819522F6F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7455" y="3428998"/>
            <a:ext cx="3962910" cy="2817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41509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2c4q_Quadruple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-0.478 </a:t>
            </a:r>
          </a:p>
          <a:p>
            <a:r>
              <a:rPr lang="en-US" dirty="0"/>
              <a:t>Spearman rank correlation coefficient: -0.607 </a:t>
            </a:r>
          </a:p>
          <a:p>
            <a:r>
              <a:rPr lang="en-US" dirty="0"/>
              <a:t>Coefficient of Determination (R^2): 0.228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00FDEC1-AC60-22AF-9EE5-D7009434F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41" y="3777915"/>
            <a:ext cx="3838054" cy="2714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3723BB6-C5D4-6E00-CAD6-88FEB6501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6973" y="3777915"/>
            <a:ext cx="3838054" cy="2714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B648BFAF-7907-6B73-423B-FB7C63DF93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6305" y="3777915"/>
            <a:ext cx="3838054" cy="2714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1215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2c4q_AF_Quadruple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-0.010 </a:t>
            </a:r>
          </a:p>
          <a:p>
            <a:r>
              <a:rPr lang="en-US" dirty="0"/>
              <a:t>Spearman rank correlation coefficient: 0.009 </a:t>
            </a:r>
          </a:p>
          <a:p>
            <a:r>
              <a:rPr lang="en-US" dirty="0"/>
              <a:t>Coefficient of Determination (R^2): 0.000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638320-5907-327A-936E-CDF456A72F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399" y="3697379"/>
            <a:ext cx="3781223" cy="2716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1BB38A-5081-AFD8-8463-4BD6D37932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5388" y="3697380"/>
            <a:ext cx="3781223" cy="2716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4FF4D366-F595-0D2E-9F74-BF3AB4FF9A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8377" y="3697379"/>
            <a:ext cx="3781223" cy="2716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51225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C9A3D-9D08-15A8-8FAE-79FC709F6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66-CCAUAAGGCACACCCAUGU - Testing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EF7D25-501D-2B09-12B1-AC07CE82EB1B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0.000 </a:t>
            </a:r>
          </a:p>
          <a:p>
            <a:r>
              <a:rPr lang="en-US" dirty="0"/>
              <a:t>Spearman rank correlation coefficient: 0.028 </a:t>
            </a:r>
          </a:p>
          <a:p>
            <a:r>
              <a:rPr lang="en-US" dirty="0"/>
              <a:t>Coefficient of Determination (R^2): 0.000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166147D-397B-A09B-CBB6-536E735FF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701" y="3646165"/>
            <a:ext cx="3962866" cy="2846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B1ACB9A-93DE-709B-DBED-13C1CD040C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567" y="3646165"/>
            <a:ext cx="3962866" cy="2846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F589F46B-FA36-7876-9312-06F553D48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7433" y="3646165"/>
            <a:ext cx="3962866" cy="2846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80470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C9A3D-9D08-15A8-8FAE-79FC709F6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77-ACCUGAAAAUAACCCAUGU - Testing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EF7D25-501D-2B09-12B1-AC07CE82EB1B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0.000 </a:t>
            </a:r>
          </a:p>
          <a:p>
            <a:r>
              <a:rPr lang="en-US" dirty="0"/>
              <a:t>Spearman rank correlation coefficient: 0.028 </a:t>
            </a:r>
          </a:p>
          <a:p>
            <a:r>
              <a:rPr lang="en-US" dirty="0"/>
              <a:t>Coefficient of Determination (R^2): 0.000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5D7C4AB-B715-369D-DDFC-DBDB5E614A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937" y="3931068"/>
            <a:ext cx="3717758" cy="2670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F2957D9B-9D92-67FD-C3A5-859E5DDC08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7121" y="3931069"/>
            <a:ext cx="3717758" cy="2670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82AF10F0-8F30-3BD4-8278-A9E104B5B3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8597" y="3931067"/>
            <a:ext cx="3717758" cy="2670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6453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15617</TotalTime>
  <Words>238</Words>
  <Application>Microsoft Macintosh PowerPoint</Application>
  <PresentationFormat>Widescreen</PresentationFormat>
  <Paragraphs>37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2c4q – RNA Complex</vt:lpstr>
      <vt:lpstr>2c4q Phi &amp; Gamma Graphs</vt:lpstr>
      <vt:lpstr>OLD_2c4q_Single Mutation – PHI 9.5</vt:lpstr>
      <vt:lpstr>2c4q_Single Mutation – PHI 9.5</vt:lpstr>
      <vt:lpstr>2c4q_Double Mutation – PHI 9.5</vt:lpstr>
      <vt:lpstr>2c4q_Triple Mutation – PHI 9.5</vt:lpstr>
      <vt:lpstr>2c4q_Quadruple Mutation – PHI 9.5</vt:lpstr>
      <vt:lpstr>2c4q_AF_Quadruple Mutation – PHI 9.5</vt:lpstr>
      <vt:lpstr>66-CCAUAAGGCACACCCAUGU - Testing</vt:lpstr>
      <vt:lpstr>77-ACCUGAAAAUAACCCAUGU - Testing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2c4q – RNA Complex</dc:title>
  <dc:creator>Eduardo Cisneros</dc:creator>
  <cp:lastModifiedBy>Eduardo Cisneros</cp:lastModifiedBy>
  <cp:revision>8</cp:revision>
  <dcterms:created xsi:type="dcterms:W3CDTF">2024-05-28T17:18:23Z</dcterms:created>
  <dcterms:modified xsi:type="dcterms:W3CDTF">2024-06-24T16:24:18Z</dcterms:modified>
</cp:coreProperties>
</file>