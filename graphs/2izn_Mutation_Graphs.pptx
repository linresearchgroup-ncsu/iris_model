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85" r:id="rId3"/>
    <p:sldId id="286" r:id="rId4"/>
    <p:sldId id="28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58"/>
    <p:restoredTop sz="94630"/>
  </p:normalViewPr>
  <p:slideViewPr>
    <p:cSldViewPr snapToGrid="0">
      <p:cViewPr varScale="1">
        <p:scale>
          <a:sx n="118" d="100"/>
          <a:sy n="118" d="100"/>
        </p:scale>
        <p:origin x="6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CD3CD-CE18-4412-5193-55F2408DE2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DCBAFE-80C9-D4D0-CE08-A3494B3DFC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5FC93-89FC-FA14-7361-9E5552191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A1F7E4-648F-0664-8D8E-03A615626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F82FA-681A-B884-ED5A-561B6ACAA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582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427C0-4936-C720-4268-EFB22B9A0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96819-FE68-B0E0-E425-2E82A9390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45054-6BE1-B90A-8DC8-9838AEC4E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F4455-B9F1-31D9-7F4D-DF3CF4F76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7D759-4F22-6D58-C11C-CD887599D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413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AFD1B-952B-8E7A-A80E-76DDDD76B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9AA330-C017-E847-E0CF-5BB2E64984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4356F-DBD1-1210-8424-106280337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BDF53-AE3A-B88C-20B0-623F4E607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CCCEA-2023-536C-AD10-B9B1C050C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43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A8334-45C8-B13D-5335-5500DC78C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BFAFB-AF10-622C-F8F3-BC6DD6D640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161BC-186D-89BD-8855-1B7ADB908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09E0DA-DBE2-03EC-BEA9-2A70F4920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6/13/24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FF8C7-9837-33CF-CC0A-3A0B60C71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6C33A-C037-BA48-0B6A-AC1A85235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298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64F4B-8BF7-AF9B-5854-15BD42B7B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C07383-C242-F780-2F55-1657AD2F7A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442F27-85BA-23C8-1D6A-F89C052E27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80FD91-3D66-02CA-550D-E8C31FAB0B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5616C3-B3ED-736F-4FA9-48D6A10E50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016B3B-4E4C-0D25-6632-597E7401C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6/13/24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9A623B-43C8-6A59-4F7B-EB39E018C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998542-09CB-10BF-04EC-C4E357CDA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250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E5B9B-8416-7E86-60CC-52647808C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68EF11-4906-AAF7-9E36-0FC647C91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6/13/24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F7782F-F386-17FE-4D77-7DE66D30B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546024-9229-09E7-2531-08B4DB911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7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5C6568-D8DB-45B1-CD6C-27D6A3F41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6/13/24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332E70-C653-D4B2-BCE9-0B563A5A5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727D0-48FB-1C54-00B7-A1EA7AB67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13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97E01-DB41-2C40-20C1-6B0F53157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812D3-1654-3428-6576-41FF13B24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DD8279-1E41-CD6F-38E2-9459799337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923B4D-8758-3F5B-5446-A910A4747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6/13/24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72B14-208C-F08F-29B1-5400ADCEA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9A0409-0D67-D3BD-6A6F-6992A5066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53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3A03-0578-D623-4144-E67F808F7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3881E7-5CD7-AEA5-F85A-104A54E306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1F7BAA-D2A4-F246-8A03-2FD176900D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6F536D-3E50-56C2-C4F0-813C914DB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6/13/24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4D2ED-A678-52B2-6750-B42B8B77B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4EA455-5605-6A0E-29E8-FBF5D268D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70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38BFB-5D69-1BEC-4683-19AD5BF2C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409A93-2F30-62ED-7404-E496B969A6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D77C3-2A28-E172-FEF6-A3ADA049F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2FC78E-941C-7ADF-56C1-6F24DA0C0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7C19B-6DB9-7657-32D6-E3F048972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8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C2728A-8A79-6852-EA5E-734EE7029D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D2B1BB-434A-4B2D-F5B5-0D6A8028C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6C3AA9-B29E-4310-2648-D41712CBF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09587-DEF8-5C72-5697-BE9180FCF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2B2DD-60F9-C804-AB21-BBFFCBA19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653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4D5AA8-E235-7909-D759-585C16121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350F65-1492-2377-19CF-B171CE061A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D9EFF-1AFB-C38C-3A8B-9B320D859E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8952C-0203-FD43-A9CE-1F8FFA86C492}" type="datetimeFigureOut">
              <a:rPr lang="en-US" smtClean="0"/>
              <a:t>6/13/24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944696-0D21-A9FA-3236-8F9BEA730E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15C2D-B416-0468-E37A-DA311E925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961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2izn –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F26B89-6436-22DE-6CAB-A420AB5070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2izn_Single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0.096 </a:t>
            </a:r>
          </a:p>
          <a:p>
            <a:r>
              <a:rPr lang="en-US" dirty="0"/>
              <a:t>Spearman rank correlation coefficient: 0.074 </a:t>
            </a:r>
          </a:p>
          <a:p>
            <a:r>
              <a:rPr lang="en-US" dirty="0"/>
              <a:t>Coefficient of Determination (R^2): 0.009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C9D19C54-9A12-BB37-3919-7583C1210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978" y="3573094"/>
            <a:ext cx="3692379" cy="2625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11BB4896-1614-DE32-93A9-DAA38A5FE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9810" y="3573094"/>
            <a:ext cx="3692379" cy="2625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D87AF71F-C29D-337B-C748-3FEAD43A00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8642" y="3573094"/>
            <a:ext cx="3692379" cy="2625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941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2izn_Double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0.171 </a:t>
            </a:r>
          </a:p>
          <a:p>
            <a:r>
              <a:rPr lang="en-US" dirty="0"/>
              <a:t>Spearman rank correlation coefficient: 0.232 </a:t>
            </a:r>
          </a:p>
          <a:p>
            <a:r>
              <a:rPr lang="en-US" dirty="0"/>
              <a:t>Coefficient of Determination (R^2): 0.029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AFFFEC8-0594-DD1B-B5BE-34D74E315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343" y="3429000"/>
            <a:ext cx="3558089" cy="2472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32936597-AC5F-2C41-99E5-D7BE1E3467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6955" y="3429000"/>
            <a:ext cx="3558089" cy="2472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4897EB97-7488-8E97-C997-0763487CC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8568" y="3394903"/>
            <a:ext cx="3558089" cy="2472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7090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2izn_Triple Mutation (2bu1) – PHI 9.5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C14D99-B9F4-2CDD-13A8-959516EC26F2}"/>
              </a:ext>
            </a:extLst>
          </p:cNvPr>
          <p:cNvSpPr txBox="1"/>
          <p:nvPr/>
        </p:nvSpPr>
        <p:spPr>
          <a:xfrm>
            <a:off x="838200" y="1774372"/>
            <a:ext cx="46514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Pearson rank correlation coefficient: -0.046 </a:t>
            </a:r>
          </a:p>
          <a:p>
            <a:r>
              <a:rPr lang="en-US" dirty="0"/>
              <a:t>Spearman rank correlation coefficient: 0.016 </a:t>
            </a:r>
          </a:p>
          <a:p>
            <a:r>
              <a:rPr lang="en-US" dirty="0"/>
              <a:t>Coefficient of Determination (R^2): 0.002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DD503D9-448F-2E30-41A6-E27AF720A1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358" y="3428999"/>
            <a:ext cx="3787935" cy="2632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A76F5B9B-B782-E11A-966C-B965250B6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2032" y="3429000"/>
            <a:ext cx="3787935" cy="2632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C112516C-A6AE-0516-28B1-314D83742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7115" y="3428999"/>
            <a:ext cx="3787935" cy="2632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1599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98</Words>
  <Application>Microsoft Macintosh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2izn – RNA Complex</vt:lpstr>
      <vt:lpstr>2izn_Single Mutation (2bu1) – PHI 9.5</vt:lpstr>
      <vt:lpstr>2izn_Double Mutation (2bu1) – PHI 9.5</vt:lpstr>
      <vt:lpstr>2izn_Triple Mutation (2bu1)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2izn – RNA Complex</dc:title>
  <dc:creator>Eduardo Cisneros</dc:creator>
  <cp:lastModifiedBy>Eduardo Cisneros</cp:lastModifiedBy>
  <cp:revision>1</cp:revision>
  <dcterms:created xsi:type="dcterms:W3CDTF">2024-06-13T15:49:53Z</dcterms:created>
  <dcterms:modified xsi:type="dcterms:W3CDTF">2024-06-13T15:55:18Z</dcterms:modified>
</cp:coreProperties>
</file>