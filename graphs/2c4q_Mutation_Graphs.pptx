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280" r:id="rId4"/>
    <p:sldId id="285" r:id="rId5"/>
    <p:sldId id="283" r:id="rId6"/>
    <p:sldId id="284" r:id="rId7"/>
    <p:sldId id="287" r:id="rId8"/>
    <p:sldId id="286" r:id="rId9"/>
    <p:sldId id="290" r:id="rId10"/>
    <p:sldId id="292" r:id="rId11"/>
    <p:sldId id="293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45"/>
    <p:restoredTop sz="94802"/>
  </p:normalViewPr>
  <p:slideViewPr>
    <p:cSldViewPr snapToGrid="0">
      <p:cViewPr varScale="1">
        <p:scale>
          <a:sx n="147" d="100"/>
          <a:sy n="147" d="100"/>
        </p:scale>
        <p:origin x="1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3281A-8D51-F24D-A44D-801F90768EA0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6A5B0-A2AA-0E4F-BF3A-A5C158D5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4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4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29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67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6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58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6A5B0-A2AA-0E4F-BF3A-A5C158D54A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8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2c4q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66913" y="2274516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5424726" y="2274516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9511231" y="2274516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8BA61C-0A76-09BF-A1E1-AAFE06594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39" y="2909127"/>
            <a:ext cx="4127927" cy="342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F67F769-A994-E5C4-EE76-1994B88E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036" y="2909128"/>
            <a:ext cx="4127928" cy="342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8FA1D81-9BA2-67EE-7A73-533E75CA7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514" y="2909127"/>
            <a:ext cx="4127928" cy="342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half_AA_seq</a:t>
            </a:r>
            <a:r>
              <a:rPr lang="en-US" dirty="0"/>
              <a:t>)2c4q_Single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0.285 </a:t>
            </a:r>
          </a:p>
          <a:p>
            <a:r>
              <a:rPr lang="en-US" dirty="0"/>
              <a:t>Spearman rank correlation coefficient: 0.362 </a:t>
            </a:r>
          </a:p>
          <a:p>
            <a:r>
              <a:rPr lang="en-US" dirty="0"/>
              <a:t>Coefficient of Determination (R^2): 0.081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46359F-629C-D318-DF83-3F43ADC1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7" y="3429000"/>
            <a:ext cx="3507636" cy="24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BBF7101-1306-3543-D541-DD7607988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182" y="3429000"/>
            <a:ext cx="3507636" cy="24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E14B28F-A91B-4C52-F755-7AB73596A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807" y="3429000"/>
            <a:ext cx="3507636" cy="24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644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0.697 </a:t>
            </a:r>
          </a:p>
          <a:p>
            <a:r>
              <a:rPr lang="en-US" dirty="0"/>
              <a:t>Spearman rank correlation coefficient: 0.669 </a:t>
            </a:r>
          </a:p>
          <a:p>
            <a:r>
              <a:rPr lang="en-US" dirty="0"/>
              <a:t>Coefficient of Determination (R^2): 0.486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F848E7-CFB4-2044-FCBB-AF88D2495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1" y="3341377"/>
            <a:ext cx="3726179" cy="2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BE724A-EC79-544F-6AC7-A7271CF91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1" y="3341377"/>
            <a:ext cx="3726179" cy="2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941952-5264-AD1D-39B1-242931430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71" y="3341376"/>
            <a:ext cx="3726178" cy="264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0.556 </a:t>
            </a:r>
          </a:p>
          <a:p>
            <a:r>
              <a:rPr lang="en-US" dirty="0"/>
              <a:t>Spearman rank correlation coefficient: 0.545 </a:t>
            </a:r>
          </a:p>
          <a:p>
            <a:r>
              <a:rPr lang="en-US" dirty="0"/>
              <a:t>Coefficient of Determination (R^2): 0.309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B8767-CDDF-ACDB-A7DD-D8FADA831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07" y="3429000"/>
            <a:ext cx="3976370" cy="28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C1F908-E258-A555-0AAA-AFBB16B18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262" y="3429000"/>
            <a:ext cx="3976370" cy="28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4238E4A-4F0F-6104-88F5-FB1EC8B54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524" y="3429001"/>
            <a:ext cx="3976369" cy="28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0.581 </a:t>
            </a:r>
          </a:p>
          <a:p>
            <a:r>
              <a:rPr lang="en-US" dirty="0"/>
              <a:t>Spearman rank correlation coefficient: 0.615 </a:t>
            </a:r>
          </a:p>
          <a:p>
            <a:r>
              <a:rPr lang="en-US" dirty="0"/>
              <a:t>Coefficient of Determination (R^2): 0.338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AF8847E-48FA-2DC2-1716-E98EC541B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5" y="3428999"/>
            <a:ext cx="3962910" cy="281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EA3BAD-8EA4-A0F4-3F47-8B6B424F8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545" y="3429000"/>
            <a:ext cx="3962910" cy="281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C0E546F-B422-61CB-71FA-1819522F6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455" y="3428998"/>
            <a:ext cx="3962910" cy="281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-0.478 </a:t>
            </a:r>
          </a:p>
          <a:p>
            <a:r>
              <a:rPr lang="en-US" dirty="0"/>
              <a:t>Spearman rank correlation coefficient: -0.607 </a:t>
            </a:r>
          </a:p>
          <a:p>
            <a:r>
              <a:rPr lang="en-US" dirty="0"/>
              <a:t>Coefficient of Determination (R^2): 0.228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0FDEC1-AC60-22AF-9EE5-D7009434F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2" y="2966461"/>
            <a:ext cx="3838054" cy="271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3723BB6-C5D4-6E00-CAD6-88FEB6501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614" y="2966461"/>
            <a:ext cx="3838054" cy="271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648BFAF-7907-6B73-423B-FB7C63DF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946" y="2966461"/>
            <a:ext cx="3838054" cy="271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2c4q_AF_Quadruple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-0.174 </a:t>
            </a:r>
          </a:p>
          <a:p>
            <a:r>
              <a:rPr lang="en-US" dirty="0"/>
              <a:t>Spearman rank correlation coefficient: 0.070 </a:t>
            </a:r>
          </a:p>
          <a:p>
            <a:r>
              <a:rPr lang="en-US" dirty="0"/>
              <a:t>Coefficient of Determination (R^2): 0.030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906B0394-AB3E-2497-56D1-49B049435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9770"/>
            <a:ext cx="3919287" cy="277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82331DF-4202-5F18-CAA7-6E1398F3E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96" y="2859771"/>
            <a:ext cx="3919287" cy="277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0BF985E-EF78-6D56-50C2-A454B407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192" y="2859771"/>
            <a:ext cx="3919287" cy="277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2c4q_AF_Quadruple Mutation – Remove Low Expected Energy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906B0394-AB3E-2497-56D1-49B049435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23" y="1424241"/>
            <a:ext cx="3235869" cy="228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82331DF-4202-5F18-CAA7-6E1398F3E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235" y="1424241"/>
            <a:ext cx="3235869" cy="228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90BF985E-EF78-6D56-50C2-A454B407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070" y="1424240"/>
            <a:ext cx="3235867" cy="228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B7237FE-8CED-CC24-14C1-532B11DB9EDB}"/>
              </a:ext>
            </a:extLst>
          </p:cNvPr>
          <p:cNvSpPr/>
          <p:nvPr/>
        </p:nvSpPr>
        <p:spPr>
          <a:xfrm>
            <a:off x="989592" y="1802963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51760D-6383-AC9E-F452-0FF7047F3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70" y="4273122"/>
            <a:ext cx="3219399" cy="228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04D990-01E0-16EB-37C5-85CE7867C5DD}"/>
              </a:ext>
            </a:extLst>
          </p:cNvPr>
          <p:cNvSpPr/>
          <p:nvPr/>
        </p:nvSpPr>
        <p:spPr>
          <a:xfrm>
            <a:off x="4751147" y="1883645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E6E0B1-BEBE-924B-44A4-8932B2ECC5E0}"/>
              </a:ext>
            </a:extLst>
          </p:cNvPr>
          <p:cNvSpPr/>
          <p:nvPr/>
        </p:nvSpPr>
        <p:spPr>
          <a:xfrm>
            <a:off x="8705473" y="1920948"/>
            <a:ext cx="603398" cy="12648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26B57E-9261-33EE-A2C5-964A2D710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82" y="4273124"/>
            <a:ext cx="3219399" cy="22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F2503DF-0233-36B6-0E61-82393A69C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80" y="4273124"/>
            <a:ext cx="3219399" cy="22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502AA-9DA3-FBD1-5E9A-C1BA704E5BF4}"/>
              </a:ext>
            </a:extLst>
          </p:cNvPr>
          <p:cNvSpPr txBox="1"/>
          <p:nvPr/>
        </p:nvSpPr>
        <p:spPr>
          <a:xfrm>
            <a:off x="717616" y="3882067"/>
            <a:ext cx="10164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Pearson rank correlation coefficient: 0.210 Spearman rank correlation coefficient: 0.288 Coefficient of Determination (R^2): 0.044</a:t>
            </a:r>
          </a:p>
        </p:txBody>
      </p:sp>
    </p:spTree>
    <p:extLst>
      <p:ext uri="{BB962C8B-B14F-4D97-AF65-F5344CB8AC3E}">
        <p14:creationId xmlns:p14="http://schemas.microsoft.com/office/powerpoint/2010/main" val="114905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AF_Outliers_Quadruple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0.143 </a:t>
            </a:r>
          </a:p>
          <a:p>
            <a:r>
              <a:rPr lang="en-US" dirty="0"/>
              <a:t>Spearman rank correlation coefficient: 0.022 </a:t>
            </a:r>
          </a:p>
          <a:p>
            <a:r>
              <a:rPr lang="en-US" dirty="0"/>
              <a:t>Coefficient of Determination (R^2): 0.020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4B313A-1925-0ABA-2B4B-0636E3326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8" y="3428999"/>
            <a:ext cx="3980441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607EF9A-5E6C-D932-CE9B-154D37BC0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779" y="3428999"/>
            <a:ext cx="3980441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F61AC79-B805-DB57-25A5-C7EB409AF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20" y="3428999"/>
            <a:ext cx="3980442" cy="28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19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2c4q+AF_Outliers_Quadruple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0.043 </a:t>
            </a:r>
          </a:p>
          <a:p>
            <a:r>
              <a:rPr lang="en-US" dirty="0"/>
              <a:t>Spearman rank correlation coefficient: -0.025 </a:t>
            </a:r>
          </a:p>
          <a:p>
            <a:r>
              <a:rPr lang="en-US" dirty="0"/>
              <a:t>Coefficient of Determination (R^2): 0.002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95F24B-76AC-EC3E-C78C-09B2F0FF1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CE577CE-0B54-F141-5BB8-39C913922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68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76BB14E-C050-1F66-E4E7-D3B21F98A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04" y="3221595"/>
            <a:ext cx="3885122" cy="274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49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9A3D-9D08-15A8-8FAE-79FC709F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66-CCAUAAGGCACACCCAUGU -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F7D25-501D-2B09-12B1-AC07CE82EB1B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0.000 </a:t>
            </a:r>
          </a:p>
          <a:p>
            <a:r>
              <a:rPr lang="en-US" dirty="0"/>
              <a:t>Spearman rank correlation coefficient: 0.028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66147D-397B-A09B-CBB6-536E735FF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1" y="3646165"/>
            <a:ext cx="3962866" cy="284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1ACB9A-93DE-709B-DBED-13C1CD04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567" y="3646165"/>
            <a:ext cx="3962866" cy="284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589F46B-FA36-7876-9312-06F553D48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433" y="3646165"/>
            <a:ext cx="3962866" cy="284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047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9A3D-9D08-15A8-8FAE-79FC709F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77-ACCUGAAAAUAACCCAUGU -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F7D25-501D-2B09-12B1-AC07CE82EB1B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0.000 </a:t>
            </a:r>
          </a:p>
          <a:p>
            <a:r>
              <a:rPr lang="en-US" dirty="0"/>
              <a:t>Spearman rank correlation coefficient: 0.028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D7C4AB-B715-369D-DDFC-DBDB5E614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7" y="3931068"/>
            <a:ext cx="3717758" cy="26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2957D9B-9D92-67FD-C3A5-859E5DDC0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121" y="3931069"/>
            <a:ext cx="3717758" cy="26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2AF10F0-8F30-3BD4-8278-A9E104B5B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597" y="3931067"/>
            <a:ext cx="3717758" cy="267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45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29753</TotalTime>
  <Words>344</Words>
  <Application>Microsoft Macintosh PowerPoint</Application>
  <PresentationFormat>Widescreen</PresentationFormat>
  <Paragraphs>53</Paragraphs>
  <Slides>13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2c4q – RNA Complex</vt:lpstr>
      <vt:lpstr>2c4q Phi &amp; Gamma Graphs</vt:lpstr>
      <vt:lpstr>(half_AA_seq)2c4q_Single Mutation – PHI 9.5</vt:lpstr>
      <vt:lpstr>2c4q_Single Mutation – PHI 9.5</vt:lpstr>
      <vt:lpstr>2c4q_Double Mutation – PHI 9.5</vt:lpstr>
      <vt:lpstr>2c4q_Triple Mutation – PHI 9.5</vt:lpstr>
      <vt:lpstr>2c4q_Quadruple Mutation – PHI 9.5</vt:lpstr>
      <vt:lpstr>2c4q_AF_Quadruple Mutation – PHI 9.5</vt:lpstr>
      <vt:lpstr>2c4q_AF_Quadruple Mutation – Remove Low Expected Energy</vt:lpstr>
      <vt:lpstr>AF_Outliers_Quadruple Mutation – PHI 9.5</vt:lpstr>
      <vt:lpstr>2c4q+AF_Outliers_Quadruple Mutation – PHI 9.5</vt:lpstr>
      <vt:lpstr>66-CCAUAAGGCACACCCAUGU - Testing</vt:lpstr>
      <vt:lpstr>77-ACCUGAAAAUAACCCAUGU -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14</cp:revision>
  <dcterms:created xsi:type="dcterms:W3CDTF">2024-05-28T17:18:23Z</dcterms:created>
  <dcterms:modified xsi:type="dcterms:W3CDTF">2024-07-12T17:35:54Z</dcterms:modified>
</cp:coreProperties>
</file>