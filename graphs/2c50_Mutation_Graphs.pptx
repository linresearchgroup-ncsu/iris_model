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87" r:id="rId3"/>
    <p:sldId id="286" r:id="rId4"/>
    <p:sldId id="285" r:id="rId5"/>
    <p:sldId id="288" r:id="rId6"/>
    <p:sldId id="28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70"/>
    <p:restoredTop sz="94618"/>
  </p:normalViewPr>
  <p:slideViewPr>
    <p:cSldViewPr snapToGrid="0">
      <p:cViewPr varScale="1">
        <p:scale>
          <a:sx n="210" d="100"/>
          <a:sy n="210" d="100"/>
        </p:scale>
        <p:origin x="12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1AB48-B5D9-780A-9AD4-773C0F2BC7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58817-5D9B-FBAA-CE93-3F489121D7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2C9CE-C8E8-6EBA-A339-FE857420C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2B278-180D-D948-8998-CC4FBEEC8BEA}" type="datetimeFigureOut">
              <a:rPr lang="en-US" smtClean="0"/>
              <a:t>7/8/24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E326B5-EA2A-39F2-FD27-49063C946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B70C76-AEAF-804A-E042-3D5B3720D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45449-9F7C-1049-B7D4-BB47A697F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020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60A54-CA33-E91A-221C-D37766991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E89AF-09DE-C10B-87C3-8B112238D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7CC559-2B2D-F637-5A97-2BA33128F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2B278-180D-D948-8998-CC4FBEEC8BEA}" type="datetimeFigureOut">
              <a:rPr lang="en-US" smtClean="0"/>
              <a:t>7/8/24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2DFAB-6E7F-24FF-A9EC-DD22994ED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05009B-3337-9259-07B0-768E3F26C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45449-9F7C-1049-B7D4-BB47A697F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22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91009-9245-6CA7-083C-402F2CFC6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1A6CAA-95BA-327A-D4B5-51B601BFAE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BB70F-A09E-8707-47F3-994726333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2B278-180D-D948-8998-CC4FBEEC8BEA}" type="datetimeFigureOut">
              <a:rPr lang="en-US" smtClean="0"/>
              <a:t>7/8/24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E2611-5472-7041-7CB2-204F56625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EDF05-804C-81B1-5620-D8CF9B895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45449-9F7C-1049-B7D4-BB47A697F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644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15F17-663E-BA66-3B84-D208407A2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AD4D6-D4B1-7BEF-24C3-4CE93525CD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6D7C64-D502-ECF2-F715-1D38E587E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5C1FC9-B28E-A6C9-398C-109AE8352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2B278-180D-D948-8998-CC4FBEEC8BEA}" type="datetimeFigureOut">
              <a:rPr lang="en-US" smtClean="0"/>
              <a:t>7/8/24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EABBA3-53E0-14F5-8F70-6BD72FF66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45E90E-DECF-D9C0-F940-2985C6B97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45449-9F7C-1049-B7D4-BB47A697F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283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9047A-85B1-E33E-D445-229E2238C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B92C48-1E1B-BFDE-16B0-30621219F8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38F9C4-609B-9537-C697-C684140BE1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5024FB-E439-33A5-546C-2BBC94DA78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3468F5-FB20-A3AD-6978-4C389550AE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8C94A2-5961-F38D-F0D4-9BF1651F5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2B278-180D-D948-8998-CC4FBEEC8BEA}" type="datetimeFigureOut">
              <a:rPr lang="en-US" smtClean="0"/>
              <a:t>7/8/24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45EFA6-3083-689E-FC17-44F12FD38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0890D8-5251-D35E-DF4E-EEC863DA2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45449-9F7C-1049-B7D4-BB47A697F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665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BCF76-EF68-6E3B-29FA-9AC4C0080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FCE6CD-59BF-F889-19D7-5E3CF960C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2B278-180D-D948-8998-CC4FBEEC8BEA}" type="datetimeFigureOut">
              <a:rPr lang="en-US" smtClean="0"/>
              <a:t>7/8/24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D62E98-1E23-32B5-6D29-48A79C54F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F7CC38-4B6C-E319-79B4-92A940146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45449-9F7C-1049-B7D4-BB47A697F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865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6DB3F6-1F5E-25F5-AFDC-D5F38D189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2B278-180D-D948-8998-CC4FBEEC8BEA}" type="datetimeFigureOut">
              <a:rPr lang="en-US" smtClean="0"/>
              <a:t>7/8/24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AC444E-15A4-A9A1-74C9-907DF013E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3E56FD-E71D-E47B-0D95-B1D918668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45449-9F7C-1049-B7D4-BB47A697F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788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9F4B2-F8C2-DA2C-A44E-3C8C651AA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8CA5A-DF31-1EAB-74CC-8C0DECBA7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81401F-0894-DE93-2C79-D5A84DC6E8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7F27FB-A983-47F8-EA82-48C6E9EE4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2B278-180D-D948-8998-CC4FBEEC8BEA}" type="datetimeFigureOut">
              <a:rPr lang="en-US" smtClean="0"/>
              <a:t>7/8/24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5CF555-B9FF-11B6-C497-27817F643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5E2B59-2B80-84F2-0868-207A1A854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45449-9F7C-1049-B7D4-BB47A697F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431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61602-86F7-20AE-CD2D-3381A4A81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B48B78-011C-9EB7-4294-4AE9D118E3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52AAF6-AC87-F054-D71E-D56E9EABE2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1346E6-1620-3839-1642-9D332C79B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2B278-180D-D948-8998-CC4FBEEC8BEA}" type="datetimeFigureOut">
              <a:rPr lang="en-US" smtClean="0"/>
              <a:t>7/8/24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5245C4-BC65-423F-423F-519E61936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FCA11D-FF36-4DE0-BDAB-505731B4B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45449-9F7C-1049-B7D4-BB47A697F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067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C8331-09AC-6B63-927A-7CC4C5767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B0EB57-6A7B-5DE2-D359-476B85EC0D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C816-D105-2217-E95A-634C50468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2B278-180D-D948-8998-CC4FBEEC8BEA}" type="datetimeFigureOut">
              <a:rPr lang="en-US" smtClean="0"/>
              <a:t>7/8/24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F0889A-34CE-DD61-7565-BDD4CEEE3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04380-981E-4D43-E0A6-C4895D951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45449-9F7C-1049-B7D4-BB47A697F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114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125559-FCF6-57C0-1916-1A9A3BC5D5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6C96E6-6849-29EF-723D-4CF5D2C521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4215D-DCE0-392A-46CD-046E29389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2B278-180D-D948-8998-CC4FBEEC8BEA}" type="datetimeFigureOut">
              <a:rPr lang="en-US" smtClean="0"/>
              <a:t>7/8/24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4B46F-B068-A10D-DDAE-D80C3A22B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53E188-59F7-AE93-8F0E-81BB860CF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45449-9F7C-1049-B7D4-BB47A697F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148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AD749C-3EB0-2582-46EB-538DF0E40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E9F297-76D4-6607-F496-BB7407F7A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5F33FC-8695-4C33-9EBF-F5D8E90E0B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82B278-180D-D948-8998-CC4FBEEC8BEA}" type="datetimeFigureOut">
              <a:rPr lang="en-US" smtClean="0"/>
              <a:t>7/8/24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D1948-FE07-CE2D-FCC1-72E1B21B48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0E256-A3A2-42F4-D3FC-A8984F2D76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445449-9F7C-1049-B7D4-BB47A697F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472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DA7F1-AA06-D470-5620-D21ECC7B51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2c50 – RNA Complex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F26B89-6436-22DE-6CAB-A420AB5070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322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2c50_Single Mutation (2bu1)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0.105 </a:t>
            </a:r>
          </a:p>
          <a:p>
            <a:r>
              <a:rPr lang="en-US" dirty="0"/>
              <a:t>Spearman rank correlation coefficient: 0.270 </a:t>
            </a:r>
          </a:p>
          <a:p>
            <a:r>
              <a:rPr lang="en-US" dirty="0"/>
              <a:t>Coefficient of Determination (R^2): 0.011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007BECE-E5C2-6899-F8FA-AA5D67CCFE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407" y="3581399"/>
            <a:ext cx="3615826" cy="2570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28052259-3C0D-3553-03B9-96DB0316B2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8087" y="3581399"/>
            <a:ext cx="3615826" cy="2570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0764CDA0-D2B5-DF6D-B450-10E2C06918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1329" y="3581399"/>
            <a:ext cx="3615827" cy="2570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6829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2c50_Double Mutation (2bu1)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0.068 </a:t>
            </a:r>
          </a:p>
          <a:p>
            <a:r>
              <a:rPr lang="en-US" dirty="0"/>
              <a:t>Spearman rank correlation coefficient: 0.215 </a:t>
            </a:r>
          </a:p>
          <a:p>
            <a:r>
              <a:rPr lang="en-US" dirty="0"/>
              <a:t>Coefficient of Determination (R^2): 0.005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8E91B03-E76C-7B3E-382B-BAB94E3336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14" y="3429000"/>
            <a:ext cx="4020457" cy="2794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D7A62CF6-DB73-AA0A-82D4-04F63B8BD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5771" y="3429000"/>
            <a:ext cx="4020457" cy="2794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88B9D64C-90FF-EA29-EBD9-10656C76CA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6228" y="3429000"/>
            <a:ext cx="4020457" cy="2794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8428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2c50_Triple Mutation (2bu1)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0.240 </a:t>
            </a:r>
          </a:p>
          <a:p>
            <a:r>
              <a:rPr lang="en-US" dirty="0"/>
              <a:t>Spearman rank correlation coefficient: 0.286 </a:t>
            </a:r>
          </a:p>
          <a:p>
            <a:r>
              <a:rPr lang="en-US" dirty="0"/>
              <a:t>Coefficient of Determination (R^2): 0.058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1D0C919-22CB-6699-33EF-6C7DDDFEBE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829" y="3548831"/>
            <a:ext cx="3362554" cy="2390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A0C654D8-74A0-17A0-97F7-FBF1635B34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4722" y="3548830"/>
            <a:ext cx="3362555" cy="2390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638D7431-71F1-B29F-9A37-082BB27F4B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1617" y="3548831"/>
            <a:ext cx="3362554" cy="2390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941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2c50_Quadruple Mutation (2bu1)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-0.214 </a:t>
            </a:r>
          </a:p>
          <a:p>
            <a:r>
              <a:rPr lang="en-US" dirty="0"/>
              <a:t>Spearman rank correlation coefficient: -0.296 </a:t>
            </a:r>
          </a:p>
          <a:p>
            <a:r>
              <a:rPr lang="en-US" dirty="0"/>
              <a:t>Coefficient of Determination (R^2): 0.046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3EA862-D70D-DFDE-FEED-C650F44933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16" y="3156645"/>
            <a:ext cx="3942089" cy="2788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BC7783A-CFE1-FC5C-5D5D-E592540361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55" y="3156645"/>
            <a:ext cx="3942089" cy="2788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B7AAE31C-4CBA-F23B-82D6-7F8539D61B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6394" y="3156645"/>
            <a:ext cx="3942089" cy="2788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1638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2c50_AF_Quadruple Mutation (2bu1)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-0.109 </a:t>
            </a:r>
          </a:p>
          <a:p>
            <a:r>
              <a:rPr lang="en-US" dirty="0"/>
              <a:t>Spearman rank correlation coefficient: -0.031 </a:t>
            </a:r>
          </a:p>
          <a:p>
            <a:r>
              <a:rPr lang="en-US" dirty="0"/>
              <a:t>Coefficient of Determination (R^2): 0.012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D7A2B23-B6A8-110A-2588-D603BFF064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91" y="3417097"/>
            <a:ext cx="3984806" cy="2818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1980DCF5-D27A-4B4E-6F04-E91660DDB4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3597" y="3417098"/>
            <a:ext cx="3984806" cy="2818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00C4DF84-4EF5-DAC1-F0C9-269DE9D4F1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8403" y="3429000"/>
            <a:ext cx="3984806" cy="2818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14078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165</Words>
  <Application>Microsoft Macintosh PowerPoint</Application>
  <PresentationFormat>Widescreen</PresentationFormat>
  <Paragraphs>21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2c50 – RNA Complex</vt:lpstr>
      <vt:lpstr>2c50_Single Mutation (2bu1) – PHI 9.5</vt:lpstr>
      <vt:lpstr>2c50_Double Mutation (2bu1) – PHI 9.5</vt:lpstr>
      <vt:lpstr>2c50_Triple Mutation (2bu1) – PHI 9.5</vt:lpstr>
      <vt:lpstr>2c50_Quadruple Mutation (2bu1) – PHI 9.5</vt:lpstr>
      <vt:lpstr>2c50_AF_Quadruple Mutation (2bu1) – PHI 9.5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2c50 – RNA Complex</dc:title>
  <dc:creator>Eduardo Cisneros</dc:creator>
  <cp:lastModifiedBy>Eduardo Cisneros</cp:lastModifiedBy>
  <cp:revision>2</cp:revision>
  <dcterms:created xsi:type="dcterms:W3CDTF">2024-06-13T16:29:59Z</dcterms:created>
  <dcterms:modified xsi:type="dcterms:W3CDTF">2024-07-08T22:43:01Z</dcterms:modified>
</cp:coreProperties>
</file>