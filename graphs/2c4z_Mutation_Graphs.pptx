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6"/>
    <p:restoredTop sz="94774"/>
  </p:normalViewPr>
  <p:slideViewPr>
    <p:cSldViewPr snapToGrid="0">
      <p:cViewPr varScale="1">
        <p:scale>
          <a:sx n="116" d="100"/>
          <a:sy n="116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2c4z –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0.287 </a:t>
            </a:r>
          </a:p>
          <a:p>
            <a:r>
              <a:rPr lang="en-US" dirty="0"/>
              <a:t>Spearman rank correlation coefficient: 0.386 </a:t>
            </a:r>
          </a:p>
          <a:p>
            <a:r>
              <a:rPr lang="en-US" dirty="0"/>
              <a:t>Coefficient of Determination (R^2): 0.082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B3B52-CD79-9BD2-6C74-F3DBB3C85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88" y="3323036"/>
            <a:ext cx="3817298" cy="27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C1E967-B54D-6274-9C4E-2D3610DD4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351" y="3323036"/>
            <a:ext cx="3817298" cy="27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30695E1-98CC-9C1E-1D80-EE1D935B8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714" y="3323035"/>
            <a:ext cx="3817298" cy="27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0.282 </a:t>
            </a:r>
          </a:p>
          <a:p>
            <a:r>
              <a:rPr lang="en-US" dirty="0"/>
              <a:t>Spearman rank correlation coefficient: 0.391 </a:t>
            </a:r>
          </a:p>
          <a:p>
            <a:r>
              <a:rPr lang="en-US" dirty="0"/>
              <a:t>Coefficient of Determination (R^2): 0.080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D2202C-9DD7-EFD5-965A-748AE4DA7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22" y="3658853"/>
            <a:ext cx="3879161" cy="269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EE71C1-0B8C-86F3-DB76-C2D3FE105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419" y="3658854"/>
            <a:ext cx="3879161" cy="269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9203154-6012-21B3-51F7-AEFDF3356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017" y="3658852"/>
            <a:ext cx="3879161" cy="269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0.174 </a:t>
            </a:r>
          </a:p>
          <a:p>
            <a:r>
              <a:rPr lang="en-US" dirty="0"/>
              <a:t>Spearman rank correlation coefficient: 0.346 </a:t>
            </a:r>
          </a:p>
          <a:p>
            <a:r>
              <a:rPr lang="en-US" dirty="0"/>
              <a:t>Coefficient of Determination (R^2): 0.030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0F9A6DD-CC25-4A0D-2D25-A03261B9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10" y="3523402"/>
            <a:ext cx="3937268" cy="27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7503B59-28FF-5295-BC9F-DD88A04D1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366" y="3523402"/>
            <a:ext cx="3937268" cy="27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7B05DB8-CD10-5C42-F4CF-37F687D0B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022" y="3523403"/>
            <a:ext cx="3937268" cy="279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-0.303 </a:t>
            </a:r>
          </a:p>
          <a:p>
            <a:r>
              <a:rPr lang="en-US" dirty="0"/>
              <a:t>Spearman rank correlation coefficient: -0.493 </a:t>
            </a:r>
          </a:p>
          <a:p>
            <a:r>
              <a:rPr lang="en-US" dirty="0"/>
              <a:t>Coefficient of Determination (R^2): 0.092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B147CB-3536-B931-B521-DE154CFDF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38" y="3429000"/>
            <a:ext cx="3929484" cy="277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6D2A34-B02E-80AE-EABD-AA83CFA04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258" y="3429000"/>
            <a:ext cx="3929484" cy="277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87B6337-9DB6-DF66-7ACD-6C94C745B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742" y="3429000"/>
            <a:ext cx="3929484" cy="277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2c4z_AF_Quadruple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-0.267 </a:t>
            </a:r>
          </a:p>
          <a:p>
            <a:r>
              <a:rPr lang="en-US" dirty="0"/>
              <a:t>Spearman rank correlation coefficient: -0.081 </a:t>
            </a:r>
          </a:p>
          <a:p>
            <a:r>
              <a:rPr lang="en-US" dirty="0"/>
              <a:t>Coefficient of Determination (R^2): 0.071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899E24-D9AA-8614-782A-F31C6DA7E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39" y="3301423"/>
            <a:ext cx="3953907" cy="279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7F373A-2F4D-ED99-9387-EC044225E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046" y="3299356"/>
            <a:ext cx="3953907" cy="279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B65F102-66D0-33AE-FEFE-EC54A2A47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953" y="3299356"/>
            <a:ext cx="3953907" cy="279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29482</TotalTime>
  <Words>161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2c4z – RNA Complex</vt:lpstr>
      <vt:lpstr>2c4z Phi &amp; Gamma Graphs</vt:lpstr>
      <vt:lpstr>2c4z_Single Mutation – PHI 9.5</vt:lpstr>
      <vt:lpstr>2c4z_Double Mutation – PHI 9.5</vt:lpstr>
      <vt:lpstr>2c4z_Triple Mutation – PHI 9.5</vt:lpstr>
      <vt:lpstr>2c4z_Quadruple Mutation – PHI 9.5</vt:lpstr>
      <vt:lpstr>2c4z_AF_Quadruple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18</cp:revision>
  <dcterms:created xsi:type="dcterms:W3CDTF">2024-05-28T17:18:23Z</dcterms:created>
  <dcterms:modified xsi:type="dcterms:W3CDTF">2024-07-08T19:06:01Z</dcterms:modified>
</cp:coreProperties>
</file>