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90" r:id="rId3"/>
    <p:sldId id="285" r:id="rId4"/>
    <p:sldId id="283" r:id="rId5"/>
    <p:sldId id="284" r:id="rId6"/>
    <p:sldId id="287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27"/>
    <p:restoredTop sz="94781"/>
  </p:normalViewPr>
  <p:slideViewPr>
    <p:cSldViewPr snapToGrid="0">
      <p:cViewPr varScale="1">
        <p:scale>
          <a:sx n="117" d="100"/>
          <a:sy n="117" d="100"/>
        </p:scale>
        <p:origin x="10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3281A-8D51-F24D-A44D-801F90768EA0}" type="datetimeFigureOut">
              <a:rPr lang="en-US" smtClean="0"/>
              <a:t>7/11/24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6A5B0-A2AA-0E4F-BF3A-A5C158D5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43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66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2bu1, 2c4q, 2c4y, 2c4z – RNA Complex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2bu1, 2c4q, 2c4y, 2c4z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66913" y="2274516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5460708" y="2274516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9511231" y="2274516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64F1EBF-E821-D65B-25D4-B58FB49A2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63" y="2961202"/>
            <a:ext cx="3875041" cy="321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E5F8137B-9755-C129-A611-0ABAA5041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460" y="2961203"/>
            <a:ext cx="3875041" cy="321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693CCC14-47FE-06A9-E3D2-F6257F93F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957" y="2961203"/>
            <a:ext cx="3875041" cy="321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806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MS2_Nat_Single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0.297 </a:t>
            </a:r>
          </a:p>
          <a:p>
            <a:r>
              <a:rPr lang="en-US" dirty="0"/>
              <a:t>Spearman rank correlation coefficient: 0.317 </a:t>
            </a:r>
          </a:p>
          <a:p>
            <a:r>
              <a:rPr lang="en-US" dirty="0"/>
              <a:t>Coefficient of Determination (R^2): 0.088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CA9DC9-4D4B-1D36-6E7B-19FD34763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20" y="3233704"/>
            <a:ext cx="3896185" cy="277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BD25405-90C6-BB95-C69A-9F6926E49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907" y="3233705"/>
            <a:ext cx="3896185" cy="277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B4C40A8-BC19-EDBB-D8BA-7889D57C5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092" y="3233704"/>
            <a:ext cx="3896185" cy="277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MS2_Nat_Double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0.158 </a:t>
            </a:r>
          </a:p>
          <a:p>
            <a:r>
              <a:rPr lang="en-US" dirty="0"/>
              <a:t>Spearman rank correlation coefficient: 0.245 </a:t>
            </a:r>
          </a:p>
          <a:p>
            <a:r>
              <a:rPr lang="en-US" dirty="0"/>
              <a:t>Coefficient of Determination (R^2): 0.025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6C1C43E-9971-0E18-2F36-DFA021A9A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95" y="3130759"/>
            <a:ext cx="3851470" cy="273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C2DEEB4-2C6E-209A-3326-BEDA9844B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265" y="3130759"/>
            <a:ext cx="3851470" cy="273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F0B058F2-929D-4241-9FDE-87C148A46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205" y="3130758"/>
            <a:ext cx="3851470" cy="273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8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MS2_Nat_Triple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0.348 </a:t>
            </a:r>
          </a:p>
          <a:p>
            <a:r>
              <a:rPr lang="en-US" dirty="0"/>
              <a:t>Spearman rank correlation coefficient: 0.408 </a:t>
            </a:r>
          </a:p>
          <a:p>
            <a:r>
              <a:rPr lang="en-US" dirty="0"/>
              <a:t>Coefficient of Determination (R^2): 0.121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12F7F79-DD88-BD0B-3E31-6F9FB35FA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4" y="3254901"/>
            <a:ext cx="3992504" cy="283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5771C58-E5A6-8477-4489-9E606D28B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748" y="3254901"/>
            <a:ext cx="3992504" cy="283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2557B72F-6523-38BF-3B30-9DE5613F4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252" y="3254901"/>
            <a:ext cx="3992504" cy="283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MS2_Nat_Quadruple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-0.453 </a:t>
            </a:r>
          </a:p>
          <a:p>
            <a:r>
              <a:rPr lang="en-US" dirty="0"/>
              <a:t>Spearman rank correlation coefficient: -0.503 </a:t>
            </a:r>
          </a:p>
          <a:p>
            <a:r>
              <a:rPr lang="en-US" dirty="0"/>
              <a:t>Coefficient of Determination (R^2): 0.205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E21F7-A7D3-68B6-35D2-1BE77E6A8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0" y="3223550"/>
            <a:ext cx="4050753" cy="279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88AB60-E4F7-54D4-4346-52B772258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623" y="3223550"/>
            <a:ext cx="4050753" cy="279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43AA985-A321-C9B9-1F29-596C2A394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376" y="3223550"/>
            <a:ext cx="4050753" cy="279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1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MS2_Nat_AF_Quadruple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-0.245 </a:t>
            </a:r>
          </a:p>
          <a:p>
            <a:r>
              <a:rPr lang="en-US" dirty="0"/>
              <a:t>Spearman rank correlation coefficient: -0.007 </a:t>
            </a:r>
          </a:p>
          <a:p>
            <a:r>
              <a:rPr lang="en-US" dirty="0"/>
              <a:t>Coefficient of Determination (R^2): 0.060</a:t>
            </a:r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EB7B8F88-8065-B3D9-F3FB-77DB9F71E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82150"/>
            <a:ext cx="4008141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5C44A0A2-5CAC-3C75-571D-BE16D8E98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270" y="3282150"/>
            <a:ext cx="4008141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C4F4A22F-C7A6-1895-3A28-3E8068394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411" y="3282150"/>
            <a:ext cx="4008141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12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29822</TotalTime>
  <Words>184</Words>
  <Application>Microsoft Macintosh PowerPoint</Application>
  <PresentationFormat>Widescreen</PresentationFormat>
  <Paragraphs>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2bu1, 2c4q, 2c4y, 2c4z – RNA Complex</vt:lpstr>
      <vt:lpstr>2bu1, 2c4q, 2c4y, 2c4z Phi &amp; Gamma Graphs</vt:lpstr>
      <vt:lpstr>MS2_Nat_Single Mutation – PHI 9.5</vt:lpstr>
      <vt:lpstr>MS2_Nat_Double Mutation – PHI 9.5</vt:lpstr>
      <vt:lpstr>MS2_Nat_Triple Mutation – PHI 9.5</vt:lpstr>
      <vt:lpstr>MS2_Nat_Quadruple Mutation – PHI 9.5</vt:lpstr>
      <vt:lpstr>MS2_Nat_AF_Quadruple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14</cp:revision>
  <dcterms:created xsi:type="dcterms:W3CDTF">2024-05-28T17:18:23Z</dcterms:created>
  <dcterms:modified xsi:type="dcterms:W3CDTF">2024-07-11T21:38:12Z</dcterms:modified>
</cp:coreProperties>
</file>