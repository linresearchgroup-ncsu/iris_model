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5" r:id="rId3"/>
    <p:sldId id="286" r:id="rId4"/>
    <p:sldId id="28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720"/>
  </p:normalViewPr>
  <p:slideViewPr>
    <p:cSldViewPr snapToGrid="0">
      <p:cViewPr varScale="1">
        <p:scale>
          <a:sx n="102" d="100"/>
          <a:sy n="102" d="100"/>
        </p:scale>
        <p:origin x="216" y="2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CC603-03C9-C13C-BAEA-9A009C19D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ECB49-44A8-9FBC-7078-679C20093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5F323-3763-C265-F41C-B0B82424E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A001E-6694-5B44-B09D-AA5C03DB8042}" type="datetimeFigureOut">
              <a:rPr lang="en-US" smtClean="0"/>
              <a:t>6/14/24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DC416-0360-44E3-937A-B16C075F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714BA-67C5-97DB-B9A8-CD9F23361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6E32-0099-1D4D-BB03-4430B5EED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335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89E7-C0AC-CC4B-9E7D-7B4F6EE1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7B7E7-7C11-3BB9-FEAB-E15D35A9A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B6850-031C-4274-ECF9-E95422450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A001E-6694-5B44-B09D-AA5C03DB8042}" type="datetimeFigureOut">
              <a:rPr lang="en-US" smtClean="0"/>
              <a:t>6/14/24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DD24E-8065-DB00-92A2-69052A6E9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2C755-46DF-7E54-3526-230D201AD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6E32-0099-1D4D-BB03-4430B5EED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13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8934A-DE29-36FF-E88E-836B5CB02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8883E-F1CB-4218-4CCD-B803FEE55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8D091-CE25-02E1-9E2D-299837E77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A001E-6694-5B44-B09D-AA5C03DB8042}" type="datetimeFigureOut">
              <a:rPr lang="en-US" smtClean="0"/>
              <a:t>6/14/24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53A7E-FB04-64AC-4C3D-5936C3426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831CB-02B3-FC76-2858-EDAA06DA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6E32-0099-1D4D-BB03-4430B5EED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75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CA53-5919-6D19-33C8-733F0147E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0496F-9B6C-AC55-6CF5-4AAFAAB1D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B332F-D1A7-580D-A48C-9F3C065E2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2D3DF-E8A6-1104-9E20-F9889DD18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A001E-6694-5B44-B09D-AA5C03DB8042}" type="datetimeFigureOut">
              <a:rPr lang="en-US" smtClean="0"/>
              <a:t>6/14/24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1A8DC-B5F9-E3DE-4D97-E40E918D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A2C28-A65E-0D2A-68E0-D9C2699CC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6E32-0099-1D4D-BB03-4430B5EED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122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0854B-FC6D-65B9-D6B8-F0F8F451C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17C08-8F0B-C9CB-5F8D-9809EFD6D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C32C5-54A5-BA38-31FE-89A4E41AD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9CC27F-66C9-8916-86FA-F0F464177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2AD7F2-BF3C-2C9E-0691-D5C2A4DEE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59E3B0-6415-508F-D961-2F59F683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A001E-6694-5B44-B09D-AA5C03DB8042}" type="datetimeFigureOut">
              <a:rPr lang="en-US" smtClean="0"/>
              <a:t>6/14/24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9C7C7C-D07C-5BD8-9B64-068CFA38A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0FD8A7-8147-0418-6889-482FD3FFF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6E32-0099-1D4D-BB03-4430B5EED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64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D4985-BDCC-AB88-7DC3-81E7ADD4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449125-46A7-95A4-4373-D71EE99E5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A001E-6694-5B44-B09D-AA5C03DB8042}" type="datetimeFigureOut">
              <a:rPr lang="en-US" smtClean="0"/>
              <a:t>6/14/24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7340D-8581-2676-D181-2FE8F4190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E335E-6CE6-70FD-24D1-812FC2C9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6E32-0099-1D4D-BB03-4430B5EED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09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3E3FC0-E89F-0E7E-A94F-E48ABD92A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A001E-6694-5B44-B09D-AA5C03DB8042}" type="datetimeFigureOut">
              <a:rPr lang="en-US" smtClean="0"/>
              <a:t>6/14/24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95AF8-26D7-591D-4317-70046581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25196-AA87-FF08-1C34-B7CAA350D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6E32-0099-1D4D-BB03-4430B5EED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32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0B0F7-265C-000E-D31F-B44839950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45D0B-A6BA-F3A5-B974-FFA235305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70E4B-8360-4538-8DA5-0860254EC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A93C4-0655-ACB3-CF3D-F5344C879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A001E-6694-5B44-B09D-AA5C03DB8042}" type="datetimeFigureOut">
              <a:rPr lang="en-US" smtClean="0"/>
              <a:t>6/14/24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875C2-182F-9CFB-3733-9CF4361D1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58F75-32B6-0A7C-3A0E-D0C0DCC9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6E32-0099-1D4D-BB03-4430B5EED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66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17C0A-40FA-A141-804B-6B1A013A3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C0AA9F-BA9A-FC7B-EBA1-67340AA40E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D2207F-7E9C-6077-2A46-F819D1A71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C20C1-315F-C730-8961-2091D279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A001E-6694-5B44-B09D-AA5C03DB8042}" type="datetimeFigureOut">
              <a:rPr lang="en-US" smtClean="0"/>
              <a:t>6/14/24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BB371-5E23-63C8-47BC-0364BA7F1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48F7C-28E4-FF75-DEF0-CC2F1821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6E32-0099-1D4D-BB03-4430B5EED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85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C0F8B-CCA3-08A7-4596-22657F102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976DB-09BC-0D5B-324A-9050EAA4C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5F8DC-6F50-2A85-19E3-9D2F938A4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A001E-6694-5B44-B09D-AA5C03DB8042}" type="datetimeFigureOut">
              <a:rPr lang="en-US" smtClean="0"/>
              <a:t>6/14/24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1E154-7F5D-2E55-BE99-217030A24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4BE26-607A-FEAA-1F83-539EC858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6E32-0099-1D4D-BB03-4430B5EED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59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A1A8D1-B2A3-16DE-AD38-3827EE75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13316-E460-DFCD-BF46-9865C6E78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C2C97-1FEA-8568-0F3F-51811FB90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A001E-6694-5B44-B09D-AA5C03DB8042}" type="datetimeFigureOut">
              <a:rPr lang="en-US" smtClean="0"/>
              <a:t>6/14/24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6933E-1336-7723-26E6-B680FEBDF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13150-852D-4E9E-C96B-16FF8223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6E32-0099-1D4D-BB03-4430B5EED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20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A6BC2-68EA-A7D5-E304-380ED149A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DC32E-48B0-7D13-82BF-44E4B83B9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7BFAA-980D-7020-2D63-51D2FD6814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5A001E-6694-5B44-B09D-AA5C03DB8042}" type="datetimeFigureOut">
              <a:rPr lang="en-US" smtClean="0"/>
              <a:t>6/14/24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34D6C-1A76-54F0-F561-E50BF2746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7089D-2AB3-7AAD-6081-C2D2B2BCC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C6E32-0099-1D4D-BB03-4430B5EED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7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2c51 – RNA Complex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26B89-6436-22DE-6CAB-A420AB5070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2c51_Single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0.367 </a:t>
            </a:r>
          </a:p>
          <a:p>
            <a:r>
              <a:rPr lang="en-US" dirty="0"/>
              <a:t>Spearman rank correlation coefficient: 0.401 </a:t>
            </a:r>
          </a:p>
          <a:p>
            <a:r>
              <a:rPr lang="en-US" dirty="0"/>
              <a:t>Coefficient of Determination (R^2): 0.134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DB3967-D4EC-9FF7-89D8-93A4A0C51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07" y="3456354"/>
            <a:ext cx="3783904" cy="269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5509C2-650D-706E-3146-452704B8E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4047" y="3456354"/>
            <a:ext cx="3783905" cy="269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06E1578-AA92-D149-A279-E32339AFA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5988" y="3456354"/>
            <a:ext cx="3783905" cy="269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4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2c51_Double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0.317 </a:t>
            </a:r>
          </a:p>
          <a:p>
            <a:r>
              <a:rPr lang="en-US" dirty="0"/>
              <a:t>Spearman rank correlation coefficient: 0.350 </a:t>
            </a:r>
          </a:p>
          <a:p>
            <a:r>
              <a:rPr lang="en-US" dirty="0"/>
              <a:t>Coefficient of Determination (R^2): 0.101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0D640FF-44AF-9EF1-5A1C-3DBAC0060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11" y="3589687"/>
            <a:ext cx="3696569" cy="2569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DE58BAE-2A00-C64E-463E-46221BA95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361" y="3589687"/>
            <a:ext cx="3696570" cy="256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84A664D-F4BB-41FB-B943-1B3EA37C9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912" y="3589687"/>
            <a:ext cx="3696570" cy="256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59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2c51_Triple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0.269 </a:t>
            </a:r>
          </a:p>
          <a:p>
            <a:r>
              <a:rPr lang="en-US" dirty="0"/>
              <a:t>Spearman rank correlation coefficient: 0.320 </a:t>
            </a:r>
          </a:p>
          <a:p>
            <a:r>
              <a:rPr lang="en-US" dirty="0"/>
              <a:t>Coefficient of Determination (R^2): 0.072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4D03E8B-B55A-F711-F66B-0D7BB26B2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31" y="3429000"/>
            <a:ext cx="3915534" cy="272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3A07429-1BEE-CAF9-E3AD-243B9719F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233" y="3429000"/>
            <a:ext cx="3915534" cy="272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72554378-B353-514C-DAA8-3CEF72DA9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135" y="3429000"/>
            <a:ext cx="3915534" cy="272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068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88</Words>
  <Application>Microsoft Macintosh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2c51 – RNA Complex</vt:lpstr>
      <vt:lpstr>2c51_Single Mutation – PHI 9.5</vt:lpstr>
      <vt:lpstr>2c51_Double Mutation – PHI 9.5</vt:lpstr>
      <vt:lpstr>2c51_Triple Mutation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Cisneros</dc:creator>
  <cp:lastModifiedBy>Eduardo Cisneros</cp:lastModifiedBy>
  <cp:revision>1</cp:revision>
  <dcterms:created xsi:type="dcterms:W3CDTF">2024-06-14T06:51:19Z</dcterms:created>
  <dcterms:modified xsi:type="dcterms:W3CDTF">2024-06-14T06:57:31Z</dcterms:modified>
</cp:coreProperties>
</file>