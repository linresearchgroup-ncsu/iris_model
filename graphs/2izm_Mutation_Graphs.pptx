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85" r:id="rId3"/>
    <p:sldId id="286" r:id="rId4"/>
    <p:sldId id="287" r:id="rId5"/>
    <p:sldId id="288" r:id="rId6"/>
    <p:sldId id="28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59"/>
    <p:restoredTop sz="94618"/>
  </p:normalViewPr>
  <p:slideViewPr>
    <p:cSldViewPr snapToGrid="0">
      <p:cViewPr varScale="1">
        <p:scale>
          <a:sx n="210" d="100"/>
          <a:sy n="210" d="100"/>
        </p:scale>
        <p:origin x="10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40CC9-0431-1662-C82C-F514E8DDC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B0B601-6935-88C2-646B-1ADA459534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39C8B-3DAF-4DCC-2C0B-CE3585A78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B555-FBBE-8B44-A6B9-742B2ECDC55B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E652A-9EB2-540F-E8CD-797E9F3C0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5A94A-782E-25A2-DC2E-DEDBAABF1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629C-1687-7145-A152-68C078AED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23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EF04B-7FD6-CE7D-DCAD-5E5E2CEFF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DF01B-6BCC-38FB-5E93-1028B7E44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1BC2D-23BB-B0E5-C5CF-D86E19652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B555-FBBE-8B44-A6B9-742B2ECDC55B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E5245-DFDB-3417-5BF9-4D1A1E252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3620D-B065-631F-E05F-802C72EEA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629C-1687-7145-A152-68C078AED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39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6D45-1B3A-E442-597A-33E9A87C3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942C6-408A-DD8E-D396-1DD3D28E8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FA7B3-F8AA-52C0-6D5B-9E2A425B2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B555-FBBE-8B44-A6B9-742B2ECDC55B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0C291-2CD9-FAA7-EDCE-0FFE40C1B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FB115-191E-334D-9C8D-E2C46E910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629C-1687-7145-A152-68C078AED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04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C8E77-6788-D5DA-48B0-EA0F8EDF3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049C7-43AB-F6AB-F740-5A6D82FC39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09930-6B7C-82E6-F6F6-D63ACC5AE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17435-2FF4-629A-2D06-91E1FBEE0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B555-FBBE-8B44-A6B9-742B2ECDC55B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F3567-86AF-D9BC-0950-4207A6F0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00A77-C29A-F7D3-0ABE-8D79B0569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629C-1687-7145-A152-68C078AED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22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9060F-85AA-8D15-BAD7-4AA2BC3CB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931B8-41E1-7083-877B-749F34C66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8FEC51-16E1-2B85-0634-BE8CDE703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DBF74B-2102-4984-AF65-31B743A59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E322FB-D158-4B0E-F8FC-58C5A9CE7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B6BBF-FAA8-CD97-95D4-38A71F7C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B555-FBBE-8B44-A6B9-742B2ECDC55B}" type="datetimeFigureOut">
              <a:rPr lang="en-US" smtClean="0"/>
              <a:t>7/8/24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830897-91D6-12ED-0A8A-7F03E6E55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35E35C-D07C-DEDD-AB0F-221F17C96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629C-1687-7145-A152-68C078AED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586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243C1-0833-573A-54ED-814B8D6A3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E74359-DD2A-BC22-0600-CD603C96C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B555-FBBE-8B44-A6B9-742B2ECDC55B}" type="datetimeFigureOut">
              <a:rPr lang="en-US" smtClean="0"/>
              <a:t>7/8/24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70A9EE-C104-4B6F-9EF6-DD51CD67B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1CDF1D-0145-CBA8-4F79-7B25EEBF3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629C-1687-7145-A152-68C078AED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1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7D8456-048F-D071-0DBC-97D35D8CC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B555-FBBE-8B44-A6B9-742B2ECDC55B}" type="datetimeFigureOut">
              <a:rPr lang="en-US" smtClean="0"/>
              <a:t>7/8/24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20110B-AAA9-F530-A433-26A38B69B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ED63D-5426-2B29-41AA-10124FECE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629C-1687-7145-A152-68C078AED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33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69B7E-B9EF-A857-5659-EE74618C5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9CC5C-A57C-F0CC-5D83-FF2CF11F0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E0714-8BA4-58B9-E4D1-C68325784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7101C7-AF69-0033-5A07-A135D9AB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B555-FBBE-8B44-A6B9-742B2ECDC55B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77C75-DFEB-5B94-3A1E-2D2F571C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60D95-8A28-3490-C953-EC3154F06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629C-1687-7145-A152-68C078AED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52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313D2-699C-3CA3-FAF0-68E5CC5F8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7D121B-5162-E4F5-036E-9D4F618408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3D9C8B-92F6-0060-A80B-B2C8F6B3A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238541-1F7D-5C35-07C2-D4C69E6A5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B555-FBBE-8B44-A6B9-742B2ECDC55B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B9C85-C8F2-1887-DB85-24C59D372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89DF4-0EC0-CD26-2AB9-A1A0AE9FE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629C-1687-7145-A152-68C078AED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0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3C85F-1A34-E9DE-466F-68F7B8C52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A1BF33-D5AD-3FF0-D020-BBD253C7E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25CC6-90EE-3AA7-C38A-4C5B1D489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B555-FBBE-8B44-A6B9-742B2ECDC55B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137FB-0092-AFD4-E06F-47BC36F48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63E2E-E34D-692C-916E-EEF4FB032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629C-1687-7145-A152-68C078AED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52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C1EC58-97F6-76E9-B883-F8DF556F9A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7C754-2746-A47B-2E6C-BAD05904B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5FF7D-4D6E-FF4E-49A4-01D4CABC4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B555-FBBE-8B44-A6B9-742B2ECDC55B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02977-1B99-FD5A-9C88-F7683B569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9DE30-4D6E-4151-CE84-CC9A9C85F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629C-1687-7145-A152-68C078AED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09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3678B5-AF42-8797-4EBA-55A3FFB9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91F92-1520-BFC0-A0B9-5E13E23A8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70443-7B90-4ED2-B541-4FF11AFAC4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FB555-FBBE-8B44-A6B9-742B2ECDC55B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DEE1E-FCEC-50D7-5DBA-DB04E3511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EC7F4-BCCA-74CD-C567-426EFEBF3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F5629C-1687-7145-A152-68C078AED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741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A7F1-AA06-D470-5620-D21ECC7B5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2izm – RNA Complex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F26B89-6436-22DE-6CAB-A420AB5070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2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2izm_Single Mutation (2bu1)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0.366 </a:t>
            </a:r>
          </a:p>
          <a:p>
            <a:r>
              <a:rPr lang="en-US" dirty="0"/>
              <a:t>Spearman rank correlation coefficient: 0.389 </a:t>
            </a:r>
          </a:p>
          <a:p>
            <a:r>
              <a:rPr lang="en-US" dirty="0"/>
              <a:t>Coefficient of Determination (R^2): 0.134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2D66AD4F-A711-5E99-5604-F5B7E630C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07" y="3526970"/>
            <a:ext cx="3895880" cy="2769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E3A457B3-0B5C-D743-AEA1-924200D8B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060" y="3526970"/>
            <a:ext cx="3895880" cy="2769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7E8B1B2C-9418-A4C9-8C4F-23C98EF58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5513" y="3523886"/>
            <a:ext cx="3895880" cy="2769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41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2izm_Double Mutation (2bu1)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0.479 </a:t>
            </a:r>
          </a:p>
          <a:p>
            <a:r>
              <a:rPr lang="en-US" dirty="0"/>
              <a:t>Spearman rank correlation coefficient: 0.537 </a:t>
            </a:r>
          </a:p>
          <a:p>
            <a:r>
              <a:rPr lang="en-US" dirty="0"/>
              <a:t>Coefficient of Determination (R^2): 0.229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221DED3-9829-B584-2EE4-286D3FC1F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85" y="3605845"/>
            <a:ext cx="3835401" cy="266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8C738E5-7D9E-AF14-1ED6-9FD640C4A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299" y="3605845"/>
            <a:ext cx="3835401" cy="266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4902443F-3A9C-6285-4D26-19E94BD42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5086" y="3605845"/>
            <a:ext cx="3835401" cy="266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972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2izm_Triple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0.554 </a:t>
            </a:r>
          </a:p>
          <a:p>
            <a:r>
              <a:rPr lang="en-US" dirty="0"/>
              <a:t>Spearman rank correlation coefficient: 0.590 </a:t>
            </a:r>
          </a:p>
          <a:p>
            <a:r>
              <a:rPr lang="en-US" dirty="0"/>
              <a:t>Coefficient of Determination (R^2): 0.307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5A6D25D-5994-F3A3-DC85-8DC96C990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778" y="3480262"/>
            <a:ext cx="3717925" cy="2643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E27F514A-D132-FFCF-8813-90B727970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037" y="3480262"/>
            <a:ext cx="3717925" cy="2643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A8CBC375-4E2E-8D19-0099-E7A9EC0BB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9039" y="3484107"/>
            <a:ext cx="3717924" cy="2643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0881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2izm_Quadruple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Pearson rank correlation coefficient: -0.388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Spearman rank correlation coefficient: -0.535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Coefficient of Determination (R^2): 0.151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FBCD92-5EC7-C542-4410-B9334CBDB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62" y="3405440"/>
            <a:ext cx="3857310" cy="2728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9A44280-93D8-D210-34D1-14F0F0F2B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345" y="3429000"/>
            <a:ext cx="3857310" cy="2728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8528FAD-29EA-0AF5-EE6E-BB3F1068A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2728" y="3429000"/>
            <a:ext cx="3857311" cy="2728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9007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2izm_AF_Quadruple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-0.248 </a:t>
            </a:r>
          </a:p>
          <a:p>
            <a:r>
              <a:rPr lang="en-US" dirty="0"/>
              <a:t>Spearman rank correlation coefficient: -0.055 </a:t>
            </a:r>
          </a:p>
          <a:p>
            <a:r>
              <a:rPr lang="en-US" dirty="0"/>
              <a:t>Coefficient of Determination (R^2): 0.062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6134A5E-C3DB-D719-25B8-A07C79664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08" y="3167094"/>
            <a:ext cx="3816031" cy="269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8CF8E2F0-DDB2-51BF-A472-17AB0C6EA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984" y="3167094"/>
            <a:ext cx="3816031" cy="269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9E696324-74B9-C052-E2F3-5B0DD587E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3560" y="3167093"/>
            <a:ext cx="3816031" cy="269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4623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2308</TotalTime>
  <Words>156</Words>
  <Application>Microsoft Macintosh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2izm – RNA Complex</vt:lpstr>
      <vt:lpstr>2izm_Single Mutation (2bu1) – PHI 9.5</vt:lpstr>
      <vt:lpstr>2izm_Double Mutation (2bu1) – PHI 9.5</vt:lpstr>
      <vt:lpstr>2izm_Triple Mutation – PHI 9.5</vt:lpstr>
      <vt:lpstr>2izm_Quadruple Mutation – PHI 9.5</vt:lpstr>
      <vt:lpstr>2izm_AF_Quadruple Mutation – PHI 9.5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2izm – RNA Complex</dc:title>
  <dc:creator>Eduardo Cisneros</dc:creator>
  <cp:lastModifiedBy>Eduardo Cisneros</cp:lastModifiedBy>
  <cp:revision>3</cp:revision>
  <dcterms:created xsi:type="dcterms:W3CDTF">2024-06-12T15:46:45Z</dcterms:created>
  <dcterms:modified xsi:type="dcterms:W3CDTF">2024-07-08T22:19:10Z</dcterms:modified>
</cp:coreProperties>
</file>