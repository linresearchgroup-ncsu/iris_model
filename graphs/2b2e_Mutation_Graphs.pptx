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5" r:id="rId4"/>
    <p:sldId id="283" r:id="rId5"/>
    <p:sldId id="284" r:id="rId6"/>
    <p:sldId id="287" r:id="rId7"/>
    <p:sldId id="28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66"/>
    <p:restoredTop sz="94779"/>
  </p:normalViewPr>
  <p:slideViewPr>
    <p:cSldViewPr snapToGrid="0">
      <p:cViewPr varScale="1">
        <p:scale>
          <a:sx n="211" d="100"/>
          <a:sy n="211" d="100"/>
        </p:scale>
        <p:origin x="1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B8F3D-E3A1-C4C5-9659-4CD199FA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77C86-7188-FF95-3EBE-39934757F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F40E2-EAFF-7887-C94A-595CAB76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FEA3-3644-F61B-8F9D-DC5F5396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CC71A-AD01-5714-31A0-48DB16D6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6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2579-AA63-790D-E7D3-2AAC2B9A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A0205-8C30-B889-C848-EDB67C54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42477-06CB-4336-59A0-75B9F28CA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340B-E882-E832-2431-352C985C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A8658-73A7-54F1-4630-A7C8F2A2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070-6A4C-7504-BDC8-14A5093F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1B66-97F4-24C8-873C-40CE1EF37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377C5-3FD1-18E8-84A6-C31E9749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231B-3CC9-3544-BD5F-C7A0528C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F470A-56FC-45E0-2AE0-7AB489D9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0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DFA0B-0AF4-5F92-5DD1-5FC05E88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F0B3-98CF-9DAF-EA19-197919F0E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215D9-C778-7C4B-10E1-DEEE0D224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7F988-AC8B-72F8-7570-32B061B90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04901-815E-F6FC-2936-FCE15AC1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D83EE-2F28-5BE1-576B-6EEDC99E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17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126-EC0C-58F7-1242-A7CD47AA6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B837B-36D0-05E0-1D18-2CC4A3F8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C7B88-FDC1-5F36-8176-983F232AB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014B1-3F46-7BE2-BE7A-FD9A1CF5D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B8527-884C-747D-4516-0BCC9C9F4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99ED19-66FF-EEEA-4A25-66EA34A4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799AC-B7DF-F1EE-5901-0482AD27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6BA36-C399-231F-D560-F90EFEDF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8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7C68-B6FE-33B9-C6D8-C059547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68376-074C-79FC-3718-2DA6539D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6E093-6F54-0829-2E4B-9EEED220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A02B9-6EB0-B7F2-2FF0-F861350A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7442F-CEAB-3221-4582-456F8BAE7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62BA8-BC7C-62A0-ED96-594761B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98F7-DB8F-A203-337C-F4630399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43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52CE-505E-1AFB-82A3-A34E766A7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F571-59D5-8262-5E89-FFC784FAF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6BB3-7B51-B20C-91F8-5A57C1B1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5AE3-8EA2-6705-D2DA-D005DA66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4C6AC-1389-4D68-A749-E288C8FBC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E0B92-027E-5A6B-54B6-997A58B6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8308-E2BA-E22A-4D05-D0D2956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DC56F-F9E7-A2C7-1F02-2ED1A8BA2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83506-1FBD-A578-F4C0-756103663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CA73A-55BA-13E8-E16A-07AB258F8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D31AA-C146-9B1D-0A6B-225DC27F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1DF61-1860-079C-AE94-E22F06DF1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66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6754-07F6-7CFC-59B5-9F48E67EC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054C8-0369-177F-0260-6D98609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5D84C-D09E-82E2-06ED-C5892D8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F40D-A21F-C11B-939C-71C8A04E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0C2D-909D-B1FA-44AB-3E8DD0A4D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2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17951-B2FA-A353-EAF5-664C536D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7FB23-2DF5-6DDA-7402-3D89AAD3D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1967-BB3D-5E64-B865-DD8C10A5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C182-C38A-B69A-A27A-73CBCAA7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102FB-FB3A-C20D-951E-11643410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D012C-4C06-7A61-0BBB-6B44521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2E2CD-6FD1-C920-5125-35935870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8D0-09D6-B38C-1D5B-B468AB9347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24598-E0FC-E241-BAA2-BE1A2687DE9E}" type="datetimeFigureOut">
              <a:rPr lang="en-US" smtClean="0"/>
              <a:t>7/4/24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7CD8-336E-1A1F-5E5B-807D78021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5EE0C-56A8-F005-A100-E9E58FA5F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F3224-5DE7-F14A-84D5-1F862C873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6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2b2e – RNA Complex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26B89-6436-22DE-6CAB-A420AB5070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B852-1ACC-74C7-6228-9D234503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2b2e Phi &amp; Gamma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5CE69-AD9E-B41F-3C2D-429C7D534E7E}"/>
              </a:ext>
            </a:extLst>
          </p:cNvPr>
          <p:cNvSpPr txBox="1"/>
          <p:nvPr/>
        </p:nvSpPr>
        <p:spPr>
          <a:xfrm>
            <a:off x="741872" y="2251494"/>
            <a:ext cx="2539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Gamma Randomization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B601B-F26A-FA8B-BB61-73D43C5F55B0}"/>
              </a:ext>
            </a:extLst>
          </p:cNvPr>
          <p:cNvSpPr txBox="1"/>
          <p:nvPr/>
        </p:nvSpPr>
        <p:spPr>
          <a:xfrm>
            <a:off x="4548116" y="2251494"/>
            <a:ext cx="13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Native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39339-BB0C-1909-D306-569CB9330556}"/>
              </a:ext>
            </a:extLst>
          </p:cNvPr>
          <p:cNvSpPr txBox="1"/>
          <p:nvPr/>
        </p:nvSpPr>
        <p:spPr>
          <a:xfrm>
            <a:off x="8582403" y="2251494"/>
            <a:ext cx="128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Phis Decoy</a:t>
            </a:r>
          </a:p>
        </p:txBody>
      </p:sp>
    </p:spTree>
    <p:extLst>
      <p:ext uri="{BB962C8B-B14F-4D97-AF65-F5344CB8AC3E}">
        <p14:creationId xmlns:p14="http://schemas.microsoft.com/office/powerpoint/2010/main" val="1584959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2b2e_Single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0.079 </a:t>
            </a:r>
          </a:p>
          <a:p>
            <a:r>
              <a:rPr lang="en-US" dirty="0"/>
              <a:t>Spearman rank correlation coefficient: 0.134 </a:t>
            </a:r>
          </a:p>
          <a:p>
            <a:r>
              <a:rPr lang="en-US" dirty="0"/>
              <a:t>Coefficient of Determination (R^2): 0.006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FDFCDF-D17A-FC31-F613-126846037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36" y="3514816"/>
            <a:ext cx="3720259" cy="264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0A50A67-9885-A223-AEDB-A755F124E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870" y="3514816"/>
            <a:ext cx="3720259" cy="264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7E49732-A12F-1D88-1EEC-1DB84F925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306" y="3514816"/>
            <a:ext cx="3720258" cy="2645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2b2e_Double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0.167 </a:t>
            </a:r>
          </a:p>
          <a:p>
            <a:r>
              <a:rPr lang="en-US" dirty="0"/>
              <a:t>Spearman rank correlation coefficient: 0.202 </a:t>
            </a:r>
          </a:p>
          <a:p>
            <a:r>
              <a:rPr lang="en-US" dirty="0"/>
              <a:t>Coefficient of Determination (R^2): 0.028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13E3350-340F-E829-2377-47603E8C5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03" y="3691841"/>
            <a:ext cx="3846456" cy="267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11B3C76-24D7-184F-9898-5FDD77D6A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002" y="3639433"/>
            <a:ext cx="3846456" cy="267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9CD3750-07B0-0E74-CB0A-1E0082AF5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641" y="3691840"/>
            <a:ext cx="3846456" cy="2673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8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2b2e_Triple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0.210 </a:t>
            </a:r>
          </a:p>
          <a:p>
            <a:r>
              <a:rPr lang="en-US" dirty="0"/>
              <a:t>Spearman rank correlation coefficient: 0.287 </a:t>
            </a:r>
          </a:p>
          <a:p>
            <a:r>
              <a:rPr lang="en-US" dirty="0"/>
              <a:t>Coefficient of Determination (R^2): 0.044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76CB8AB-FAED-CA6E-D3F8-F837695E9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46" y="3429000"/>
            <a:ext cx="3808884" cy="270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2C7FADE-B855-0D25-BF75-DF6DDA17F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558" y="3428999"/>
            <a:ext cx="3808884" cy="270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1960BDB-D4D8-7C6C-B024-4740959C4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970" y="3440216"/>
            <a:ext cx="3808884" cy="270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5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2b2e_Quadruple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0.007 </a:t>
            </a:r>
          </a:p>
          <a:p>
            <a:r>
              <a:rPr lang="en-US" dirty="0"/>
              <a:t>Spearman rank correlation coefficient: -0.136 </a:t>
            </a:r>
          </a:p>
          <a:p>
            <a:r>
              <a:rPr lang="en-US" dirty="0"/>
              <a:t>Coefficient of Determination (R^2): 0.000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2C9C116-4BDC-2C8A-B579-CC5D05C9D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87" y="3519980"/>
            <a:ext cx="3740411" cy="264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7C23170-0CE3-923D-8798-F6C74EE1B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794" y="3519981"/>
            <a:ext cx="3740411" cy="264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F1524C31-A1B1-2063-D5E8-2D63E9EB1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402" y="3590987"/>
            <a:ext cx="3740411" cy="264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21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2b2e_AF_Quadruple Mutation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-0.299 </a:t>
            </a:r>
          </a:p>
          <a:p>
            <a:r>
              <a:rPr lang="en-US" dirty="0"/>
              <a:t>Spearman rank correlation coefficient: -0.161 </a:t>
            </a:r>
          </a:p>
          <a:p>
            <a:r>
              <a:rPr lang="en-US" dirty="0"/>
              <a:t>Coefficient of Determination (R^2): 0.089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869018-0487-2A97-D821-CC3105922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55" y="3698561"/>
            <a:ext cx="3550648" cy="251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304C31-8AAB-D824-5DA5-AE6C583AC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676" y="3698561"/>
            <a:ext cx="3550648" cy="251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5A82D7B-B459-36E2-C9BA-3A980F825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997" y="3698561"/>
            <a:ext cx="3550648" cy="251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12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29425</TotalTime>
  <Words>160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2b2e – RNA Complex</vt:lpstr>
      <vt:lpstr>2b2e Phi &amp; Gamma Graphs</vt:lpstr>
      <vt:lpstr>2b2e_Single Mutation – PHI 9.5</vt:lpstr>
      <vt:lpstr>2b2e_Double Mutation – PHI 9.5</vt:lpstr>
      <vt:lpstr>2b2e_Triple Mutation – PHI 9.5</vt:lpstr>
      <vt:lpstr>2b2e_Quadruple Mutation – PHI 9.5</vt:lpstr>
      <vt:lpstr>2b2e_AF_Quadruple Mutation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2c4q – RNA Complex</dc:title>
  <dc:creator>Eduardo Cisneros</dc:creator>
  <cp:lastModifiedBy>Eduardo Cisneros</cp:lastModifiedBy>
  <cp:revision>11</cp:revision>
  <dcterms:created xsi:type="dcterms:W3CDTF">2024-05-28T17:18:23Z</dcterms:created>
  <dcterms:modified xsi:type="dcterms:W3CDTF">2024-07-04T20:23:19Z</dcterms:modified>
</cp:coreProperties>
</file>