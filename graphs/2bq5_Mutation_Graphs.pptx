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85" r:id="rId4"/>
    <p:sldId id="283" r:id="rId5"/>
    <p:sldId id="284" r:id="rId6"/>
    <p:sldId id="287" r:id="rId7"/>
    <p:sldId id="28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81"/>
    <p:restoredTop sz="94779"/>
  </p:normalViewPr>
  <p:slideViewPr>
    <p:cSldViewPr snapToGrid="0">
      <p:cViewPr varScale="1">
        <p:scale>
          <a:sx n="211" d="100"/>
          <a:sy n="211" d="100"/>
        </p:scale>
        <p:origin x="1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8F3D-E3A1-C4C5-9659-4CD199FA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77C86-7188-FF95-3EBE-39934757F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F40E2-EAFF-7887-C94A-595CAB76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3FEA3-3644-F61B-8F9D-DC5F5396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CC71A-AD01-5714-31A0-48DB16D6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6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2579-AA63-790D-E7D3-2AAC2B9A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A0205-8C30-B889-C848-EDB67C542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42477-06CB-4336-59A0-75B9F28C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1340B-E882-E832-2431-352C985C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A8658-73A7-54F1-4630-A7C8F2A2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C070-6A4C-7504-BDC8-14A5093F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C1B66-97F4-24C8-873C-40CE1EF37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377C5-3FD1-18E8-84A6-C31E9749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231B-3CC9-3544-BD5F-C7A0528C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F470A-56FC-45E0-2AE0-7AB489D9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0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FA0B-0AF4-5F92-5DD1-5FC05E88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F0B3-98CF-9DAF-EA19-197919F0E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215D9-C778-7C4B-10E1-DEEE0D224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7F988-AC8B-72F8-7570-32B061B90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04901-815E-F6FC-2936-FCE15AC1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83EE-2F28-5BE1-576B-6EEDC99E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1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1126-EC0C-58F7-1242-A7CD47AA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B837B-36D0-05E0-1D18-2CC4A3F8D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C7B88-FDC1-5F36-8176-983F232AB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014B1-3F46-7BE2-BE7A-FD9A1CF5D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B8527-884C-747D-4516-0BCC9C9F4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9ED19-66FF-EEEA-4A25-66EA34A4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799AC-B7DF-F1EE-5901-0482AD27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6BA36-C399-231F-D560-F90EFEDF6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8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7C68-B6FE-33B9-C6D8-C059547A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68376-074C-79FC-3718-2DA6539D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6E093-6F54-0829-2E4B-9EEED220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A02B9-6EB0-B7F2-2FF0-F861350A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0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7442F-CEAB-3221-4582-456F8BAE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62BA8-BC7C-62A0-ED96-594761BA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98F7-DB8F-A203-337C-F4630399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4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52CE-505E-1AFB-82A3-A34E766A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F571-59D5-8262-5E89-FFC784FAF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36BB3-7B51-B20C-91F8-5A57C1B15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45AE3-8EA2-6705-D2DA-D005DA66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4C6AC-1389-4D68-A749-E288C8FBC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E0B92-027E-5A6B-54B6-997A58B6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8308-E2BA-E22A-4D05-D0D2956D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DC56F-F9E7-A2C7-1F02-2ED1A8BA2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83506-1FBD-A578-F4C0-756103663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CA73A-55BA-13E8-E16A-07AB258F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D31AA-C146-9B1D-0A6B-225DC27F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1DF61-1860-079C-AE94-E22F06DF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6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6754-07F6-7CFC-59B5-9F48E67E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054C8-0369-177F-0260-6D98609B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5D84C-D09E-82E2-06ED-C5892D8B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1F40D-A21F-C11B-939C-71C8A04E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0C2D-909D-B1FA-44AB-3E8DD0A4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2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17951-B2FA-A353-EAF5-664C536D1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7FB23-2DF5-6DDA-7402-3D89AAD3D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01967-BB3D-5E64-B865-DD8C10A5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0C182-C38A-B69A-A27A-73CBCAA7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102FB-FB3A-C20D-951E-11643410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2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D012C-4C06-7A61-0BBB-6B44521E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2E2CD-6FD1-C920-5125-359358709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8D0-09D6-B38C-1D5B-B468AB934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37CD8-336E-1A1F-5E5B-807D78021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5EE0C-56A8-F005-A100-E9E58FA5F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6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2bq5 RNA Complex</a:t>
            </a:r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852-1ACC-74C7-6228-9D234503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2bq5 Phi &amp; Gamma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CE69-AD9E-B41F-3C2D-429C7D534E7E}"/>
              </a:ext>
            </a:extLst>
          </p:cNvPr>
          <p:cNvSpPr txBox="1"/>
          <p:nvPr/>
        </p:nvSpPr>
        <p:spPr>
          <a:xfrm>
            <a:off x="741872" y="2251494"/>
            <a:ext cx="25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 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601B-F26A-FA8B-BB61-73D43C5F55B0}"/>
              </a:ext>
            </a:extLst>
          </p:cNvPr>
          <p:cNvSpPr txBox="1"/>
          <p:nvPr/>
        </p:nvSpPr>
        <p:spPr>
          <a:xfrm>
            <a:off x="4548116" y="2251494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9339-BB0C-1909-D306-569CB9330556}"/>
              </a:ext>
            </a:extLst>
          </p:cNvPr>
          <p:cNvSpPr txBox="1"/>
          <p:nvPr/>
        </p:nvSpPr>
        <p:spPr>
          <a:xfrm>
            <a:off x="8582403" y="2251494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</p:spTree>
    <p:extLst>
      <p:ext uri="{BB962C8B-B14F-4D97-AF65-F5344CB8AC3E}">
        <p14:creationId xmlns:p14="http://schemas.microsoft.com/office/powerpoint/2010/main" val="1584959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2bq5_Single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0.246 </a:t>
            </a:r>
          </a:p>
          <a:p>
            <a:r>
              <a:rPr lang="en-US" dirty="0"/>
              <a:t>Spearman rank correlation coefficient: 0.195 </a:t>
            </a:r>
          </a:p>
          <a:p>
            <a:r>
              <a:rPr lang="en-US" dirty="0"/>
              <a:t>Coefficient of Determination (R^2): 0.061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BB98B4-9327-F850-2833-75ABF2185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9" y="3179206"/>
            <a:ext cx="3958436" cy="281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64F8B23-B968-87CA-AA52-D945BBFB8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689" y="3179206"/>
            <a:ext cx="3958436" cy="281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7341278-437A-93C4-17AF-F4D0CD555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125" y="3179205"/>
            <a:ext cx="3958438" cy="2814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4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2bq5_Double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0.271 </a:t>
            </a:r>
          </a:p>
          <a:p>
            <a:r>
              <a:rPr lang="en-US" dirty="0"/>
              <a:t>Spearman rank correlation coefficient: 0.273 </a:t>
            </a:r>
          </a:p>
          <a:p>
            <a:r>
              <a:rPr lang="en-US" dirty="0"/>
              <a:t>Coefficient of Determination (R^2): 0.073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0392B72-D9F6-AB1D-196A-F5C863360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19" y="3185261"/>
            <a:ext cx="4047362" cy="287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E743D5C-BF88-DBE9-54FF-5D69F8C64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319" y="3124705"/>
            <a:ext cx="4047362" cy="287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45C18FB-D163-32E5-2FA4-9474EB830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1921" y="3185261"/>
            <a:ext cx="4047362" cy="287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8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2bq5_Triple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0.149 </a:t>
            </a:r>
          </a:p>
          <a:p>
            <a:r>
              <a:rPr lang="en-US" dirty="0"/>
              <a:t>Spearman rank correlation coefficient: 0.160 </a:t>
            </a:r>
          </a:p>
          <a:p>
            <a:r>
              <a:rPr lang="en-US" dirty="0"/>
              <a:t>Coefficient of Determination (R^2): 0.022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77D9D8-8FDF-B51A-4DF3-540FB0F88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10" y="3233704"/>
            <a:ext cx="3932884" cy="279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62F734-144D-9A76-4C64-30972BF47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558" y="3233705"/>
            <a:ext cx="3932884" cy="279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92831D9-BFA6-4A88-01F8-3FB67AA8A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706" y="3233704"/>
            <a:ext cx="3932886" cy="279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15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2bq5_Quadruple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-0.224 </a:t>
            </a:r>
          </a:p>
          <a:p>
            <a:r>
              <a:rPr lang="en-US" dirty="0"/>
              <a:t>Spearman rank correlation coefficient: -0.330 </a:t>
            </a:r>
          </a:p>
          <a:p>
            <a:r>
              <a:rPr lang="en-US" dirty="0"/>
              <a:t>Coefficient of Determination (R^2): 0.050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F0194EC-3514-776A-9361-BA3D37032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84904"/>
            <a:ext cx="4110869" cy="2907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56E3470C-A498-A5E4-AF8F-BF4C59BF5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565" y="3184905"/>
            <a:ext cx="4110869" cy="2907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F5F1F484-B15E-7345-8D8C-9C168C4F3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1130" y="3184904"/>
            <a:ext cx="4110869" cy="2907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21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2bq5_</a:t>
            </a:r>
            <a:r>
              <a:rPr lang="en-US" dirty="0"/>
              <a:t>AF_Quadruple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-0.29 </a:t>
            </a:r>
          </a:p>
          <a:p>
            <a:r>
              <a:rPr lang="en-US" dirty="0"/>
              <a:t>Spearman rank correlation coefficient: 0.11 </a:t>
            </a:r>
          </a:p>
          <a:p>
            <a:r>
              <a:rPr lang="en-US" dirty="0"/>
              <a:t>Coefficient of Determination (R^2): 0.08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047BCB-50BC-2C15-B9CC-23724435C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1" y="3360873"/>
            <a:ext cx="3884515" cy="27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787292-E55A-5ECD-653B-DDB5D1AE3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742" y="3360874"/>
            <a:ext cx="3884515" cy="27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B7AE05E-3F0C-8314-4B15-FEE18826B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257" y="3360872"/>
            <a:ext cx="3884515" cy="27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122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29509</TotalTime>
  <Words>159</Words>
  <Application>Microsoft Macintosh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2bq5 RNA Complex</vt:lpstr>
      <vt:lpstr>2bq5 Phi &amp; Gamma Graphs</vt:lpstr>
      <vt:lpstr>2bq5_Single Mutation – PHI 9.5</vt:lpstr>
      <vt:lpstr>2bq5_Double Mutation – PHI 9.5</vt:lpstr>
      <vt:lpstr>2bq5_Triple Mutation – PHI 9.5</vt:lpstr>
      <vt:lpstr>2bq5_Quadruple Mutation – PHI 9.5</vt:lpstr>
      <vt:lpstr>2bq5_AF_Quadruple Mutation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2c4q – RNA Complex</dc:title>
  <dc:creator>Eduardo Cisneros</dc:creator>
  <cp:lastModifiedBy>Eduardo Cisneros</cp:lastModifiedBy>
  <cp:revision>21</cp:revision>
  <dcterms:created xsi:type="dcterms:W3CDTF">2024-05-28T17:18:23Z</dcterms:created>
  <dcterms:modified xsi:type="dcterms:W3CDTF">2024-07-08T14:45:42Z</dcterms:modified>
</cp:coreProperties>
</file>