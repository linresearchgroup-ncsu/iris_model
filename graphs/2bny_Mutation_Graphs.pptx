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1" r:id="rId3"/>
    <p:sldId id="285" r:id="rId4"/>
    <p:sldId id="283" r:id="rId5"/>
    <p:sldId id="284" r:id="rId6"/>
    <p:sldId id="287" r:id="rId7"/>
    <p:sldId id="28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10"/>
    <p:restoredTop sz="94779"/>
  </p:normalViewPr>
  <p:slideViewPr>
    <p:cSldViewPr snapToGrid="0">
      <p:cViewPr varScale="1">
        <p:scale>
          <a:sx n="211" d="100"/>
          <a:sy n="211" d="100"/>
        </p:scale>
        <p:origin x="1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B8F3D-E3A1-C4C5-9659-4CD199FA6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977C86-7188-FF95-3EBE-39934757F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F40E2-EAFF-7887-C94A-595CAB76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3FEA3-3644-F61B-8F9D-DC5F53968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CC71A-AD01-5714-31A0-48DB16D60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6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62579-AA63-790D-E7D3-2AAC2B9A0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A0205-8C30-B889-C848-EDB67C542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42477-06CB-4336-59A0-75B9F28CA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1340B-E882-E832-2431-352C985C6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A8658-73A7-54F1-4630-A7C8F2A2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8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DC070-6A4C-7504-BDC8-14A5093F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C1B66-97F4-24C8-873C-40CE1EF37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377C5-3FD1-18E8-84A6-C31E9749B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231B-3CC9-3544-BD5F-C7A0528CD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F470A-56FC-45E0-2AE0-7AB489D9D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03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DFA0B-0AF4-5F92-5DD1-5FC05E88E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AF0B3-98CF-9DAF-EA19-197919F0E2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215D9-C778-7C4B-10E1-DEEE0D224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7F988-AC8B-72F8-7570-32B061B90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A04901-815E-F6FC-2936-FCE15AC1A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D83EE-2F28-5BE1-576B-6EEDC99E0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517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61126-EC0C-58F7-1242-A7CD47AA6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B837B-36D0-05E0-1D18-2CC4A3F8D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C7B88-FDC1-5F36-8176-983F232AB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014B1-3F46-7BE2-BE7A-FD9A1CF5DD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FB8527-884C-747D-4516-0BCC9C9F41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99ED19-66FF-EEEA-4A25-66EA34A44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9799AC-B7DF-F1EE-5901-0482AD27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D6BA36-C399-231F-D560-F90EFEDF6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8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47C68-B6FE-33B9-C6D8-C059547A1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F68376-074C-79FC-3718-2DA6539D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E6E093-6F54-0829-2E4B-9EEED220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7A02B9-6EB0-B7F2-2FF0-F861350A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06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57442F-CEAB-3221-4582-456F8BAE7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62BA8-BC7C-62A0-ED96-594761BA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398F7-DB8F-A203-337C-F4630399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43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B52CE-505E-1AFB-82A3-A34E766A7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8F571-59D5-8262-5E89-FFC784FAF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36BB3-7B51-B20C-91F8-5A57C1B15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45AE3-8EA2-6705-D2DA-D005DA666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4C6AC-1389-4D68-A749-E288C8FBC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E0B92-027E-5A6B-54B6-997A58B6D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7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8308-E2BA-E22A-4D05-D0D2956D8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DDC56F-F9E7-A2C7-1F02-2ED1A8BA2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83506-1FBD-A578-F4C0-756103663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CA73A-55BA-13E8-E16A-07AB258F8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D31AA-C146-9B1D-0A6B-225DC27FA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1DF61-1860-079C-AE94-E22F06DF1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666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26754-07F6-7CFC-59B5-9F48E67EC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054C8-0369-177F-0260-6D98609B8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5D84C-D09E-82E2-06ED-C5892D8BD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1F40D-A21F-C11B-939C-71C8A04EB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10C2D-909D-B1FA-44AB-3E8DD0A4D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2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717951-B2FA-A353-EAF5-664C536D1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7FB23-2DF5-6DDA-7402-3D89AAD3D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01967-BB3D-5E64-B865-DD8C10A5D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0C182-C38A-B69A-A27A-73CBCAA74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102FB-FB3A-C20D-951E-11643410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28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AD012C-4C06-7A61-0BBB-6B44521E1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2E2CD-6FD1-C920-5125-359358709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8D8D0-09D6-B38C-1D5B-B468AB9347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F24598-E0FC-E241-BAA2-BE1A2687DE9E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37CD8-336E-1A1F-5E5B-807D78021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5EE0C-56A8-F005-A100-E9E58FA5F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67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DA7F1-AA06-D470-5620-D21ECC7B51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2bny – RNA Complex</a:t>
            </a:r>
          </a:p>
        </p:txBody>
      </p:sp>
    </p:spTree>
    <p:extLst>
      <p:ext uri="{BB962C8B-B14F-4D97-AF65-F5344CB8AC3E}">
        <p14:creationId xmlns:p14="http://schemas.microsoft.com/office/powerpoint/2010/main" val="172432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B852-1ACC-74C7-6228-9D2345037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2bny Phi &amp; Gamma Graphs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5CE69-AD9E-B41F-3C2D-429C7D534E7E}"/>
              </a:ext>
            </a:extLst>
          </p:cNvPr>
          <p:cNvSpPr txBox="1"/>
          <p:nvPr/>
        </p:nvSpPr>
        <p:spPr>
          <a:xfrm>
            <a:off x="741872" y="2251494"/>
            <a:ext cx="2539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Gamma Randomization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EB601B-F26A-FA8B-BB61-73D43C5F55B0}"/>
              </a:ext>
            </a:extLst>
          </p:cNvPr>
          <p:cNvSpPr txBox="1"/>
          <p:nvPr/>
        </p:nvSpPr>
        <p:spPr>
          <a:xfrm>
            <a:off x="4548116" y="2251494"/>
            <a:ext cx="1342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Native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39339-BB0C-1909-D306-569CB9330556}"/>
              </a:ext>
            </a:extLst>
          </p:cNvPr>
          <p:cNvSpPr txBox="1"/>
          <p:nvPr/>
        </p:nvSpPr>
        <p:spPr>
          <a:xfrm>
            <a:off x="8582403" y="2251494"/>
            <a:ext cx="1288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Decoy</a:t>
            </a:r>
          </a:p>
        </p:txBody>
      </p:sp>
    </p:spTree>
    <p:extLst>
      <p:ext uri="{BB962C8B-B14F-4D97-AF65-F5344CB8AC3E}">
        <p14:creationId xmlns:p14="http://schemas.microsoft.com/office/powerpoint/2010/main" val="1584959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2bny_Single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0.114 </a:t>
            </a:r>
          </a:p>
          <a:p>
            <a:r>
              <a:rPr lang="en-US" dirty="0"/>
              <a:t>Spearman rank correlation coefficient: 0.058 </a:t>
            </a:r>
          </a:p>
          <a:p>
            <a:r>
              <a:rPr lang="en-US" dirty="0"/>
              <a:t>Coefficient of Determination (R^2): 0.013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B050B40-39CB-B3E4-7F8F-0A25DFE19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7" y="3300666"/>
            <a:ext cx="3816098" cy="2713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CB63E20F-36CA-3B0B-84ED-70B32D917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7951" y="3378307"/>
            <a:ext cx="3816098" cy="2713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BEB06387-D500-3334-8F06-685C4A144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2214" y="3378307"/>
            <a:ext cx="3816098" cy="2713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41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2bny_Double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0.230 </a:t>
            </a:r>
          </a:p>
          <a:p>
            <a:r>
              <a:rPr lang="en-US" dirty="0"/>
              <a:t>Spearman rank correlation coefficient: 0.238 </a:t>
            </a:r>
          </a:p>
          <a:p>
            <a:r>
              <a:rPr lang="en-US" dirty="0"/>
              <a:t>Coefficient of Determination (R^2): 0.053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F29C7B0-6068-52CD-C78F-C63A288D8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44" y="3524375"/>
            <a:ext cx="3779443" cy="262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CCC9BF13-4C1A-BAAA-D81D-C6F32C779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278" y="3621265"/>
            <a:ext cx="3779443" cy="262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1AD4A7C2-48D4-2C6B-6791-117045EA5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612" y="3621265"/>
            <a:ext cx="3779443" cy="262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389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2bny_Triple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0.224 </a:t>
            </a:r>
          </a:p>
          <a:p>
            <a:r>
              <a:rPr lang="en-US" dirty="0"/>
              <a:t>Spearman rank correlation coefficient: 0.270 </a:t>
            </a:r>
          </a:p>
          <a:p>
            <a:r>
              <a:rPr lang="en-US" dirty="0"/>
              <a:t>Coefficient of Determination (R^2): 0.050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4A9F1F3-F8DC-3AEE-E305-27E97B199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62" y="3429000"/>
            <a:ext cx="3783333" cy="2689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E76C64E0-66F6-3D77-9AB6-71BDDFD6E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4333" y="3448330"/>
            <a:ext cx="3783333" cy="2689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DB3D9688-02AD-E6E4-6466-A08A5B983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7666" y="3448330"/>
            <a:ext cx="3783333" cy="2689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150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2bny_Quadruple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-0.053 </a:t>
            </a:r>
          </a:p>
          <a:p>
            <a:r>
              <a:rPr lang="en-US" dirty="0"/>
              <a:t>Spearman rank correlation coefficient: -0.156 </a:t>
            </a:r>
          </a:p>
          <a:p>
            <a:r>
              <a:rPr lang="en-US" dirty="0"/>
              <a:t>Coefficient of Determination (R^2): 0.003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8F07577-6B0F-96D0-2775-C8FBD8D95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05" y="3297469"/>
            <a:ext cx="3944863" cy="2790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F7D624E-C03A-0D48-EDF4-BB48BE608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568" y="3297469"/>
            <a:ext cx="3944863" cy="2790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4511479-01E4-FCBC-E7E1-CE33A5199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7137" y="3297469"/>
            <a:ext cx="3944863" cy="2790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1215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2bny_AF_Quadruple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-0.361 </a:t>
            </a:r>
          </a:p>
          <a:p>
            <a:r>
              <a:rPr lang="en-US" dirty="0"/>
              <a:t>Spearman rank correlation coefficient: -0.243 </a:t>
            </a:r>
          </a:p>
          <a:p>
            <a:r>
              <a:rPr lang="en-US" dirty="0"/>
              <a:t>Coefficient of Determination (R^2): 0.131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657FFCF-A3F3-9359-1B95-411D56BD7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43" y="3312426"/>
            <a:ext cx="3794146" cy="268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7C3EC7D7-4125-2D86-70CB-B38293906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8927" y="3312426"/>
            <a:ext cx="3794146" cy="268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F362469A-2CD3-4451-9C9B-971E89E12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6262" y="3312426"/>
            <a:ext cx="3794146" cy="268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5122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29446</TotalTime>
  <Words>161</Words>
  <Application>Microsoft Macintosh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2bny – RNA Complex</vt:lpstr>
      <vt:lpstr>2bny Phi &amp; Gamma Graphs</vt:lpstr>
      <vt:lpstr>2bny_Single Mutation – PHI 9.5</vt:lpstr>
      <vt:lpstr>2bny_Double Mutation – PHI 9.5</vt:lpstr>
      <vt:lpstr>2bny_Triple Mutation – PHI 9.5</vt:lpstr>
      <vt:lpstr>2bny_Quadruple Mutation – PHI 9.5</vt:lpstr>
      <vt:lpstr>2bny_AF_Quadruple Mutation – PHI 9.5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2c4q – RNA Complex</dc:title>
  <dc:creator>Eduardo Cisneros</dc:creator>
  <cp:lastModifiedBy>Eduardo Cisneros</cp:lastModifiedBy>
  <cp:revision>12</cp:revision>
  <dcterms:created xsi:type="dcterms:W3CDTF">2024-05-28T17:18:23Z</dcterms:created>
  <dcterms:modified xsi:type="dcterms:W3CDTF">2024-07-04T22:18:56Z</dcterms:modified>
</cp:coreProperties>
</file>