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5" r:id="rId3"/>
    <p:sldId id="287" r:id="rId4"/>
    <p:sldId id="288" r:id="rId5"/>
    <p:sldId id="289" r:id="rId6"/>
    <p:sldId id="290" r:id="rId7"/>
    <p:sldId id="291" r:id="rId8"/>
    <p:sldId id="283" r:id="rId9"/>
    <p:sldId id="281" r:id="rId10"/>
    <p:sldId id="282" r:id="rId11"/>
    <p:sldId id="284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796"/>
    <p:restoredTop sz="94908"/>
  </p:normalViewPr>
  <p:slideViewPr>
    <p:cSldViewPr snapToGrid="0">
      <p:cViewPr>
        <p:scale>
          <a:sx n="110" d="100"/>
          <a:sy n="110" d="100"/>
        </p:scale>
        <p:origin x="18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3281A-8D51-F24D-A44D-801F90768EA0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6A5B0-A2AA-0E4F-BF3A-A5C158D5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4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61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48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6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5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6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MS2 Native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2bu1, 2c4q, 2c4y, 2c4z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B9D3-5E68-7964-8BA2-32C8F055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27" y="18993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2bu1, 2c4q, 2c4y, 2c4z – MS2 Protein Complex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8D717-0111-6127-1798-6633245E67A0}"/>
              </a:ext>
            </a:extLst>
          </p:cNvPr>
          <p:cNvSpPr txBox="1"/>
          <p:nvPr/>
        </p:nvSpPr>
        <p:spPr>
          <a:xfrm>
            <a:off x="2718104" y="152224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6581E-3A66-43EE-8844-22F43DF960DB}"/>
              </a:ext>
            </a:extLst>
          </p:cNvPr>
          <p:cNvSpPr txBox="1"/>
          <p:nvPr/>
        </p:nvSpPr>
        <p:spPr>
          <a:xfrm>
            <a:off x="5708827" y="152581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4C8FB-B7D4-CCA9-8AB5-CF7F22EAFADC}"/>
              </a:ext>
            </a:extLst>
          </p:cNvPr>
          <p:cNvSpPr txBox="1"/>
          <p:nvPr/>
        </p:nvSpPr>
        <p:spPr>
          <a:xfrm>
            <a:off x="9052724" y="1522248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CC675-1EEB-9EBA-CCB2-21EA9CCB0C48}"/>
              </a:ext>
            </a:extLst>
          </p:cNvPr>
          <p:cNvSpPr txBox="1"/>
          <p:nvPr/>
        </p:nvSpPr>
        <p:spPr>
          <a:xfrm>
            <a:off x="738709" y="2431284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2bu1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DA28C85-AF1B-CE9F-846C-5B8DF0A837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03" b="78415"/>
          <a:stretch/>
        </p:blipFill>
        <p:spPr bwMode="auto">
          <a:xfrm>
            <a:off x="1791134" y="2133538"/>
            <a:ext cx="2881893" cy="71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C2652A91-62A1-21C4-8BC7-FE1936439B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03" b="78415"/>
          <a:stretch/>
        </p:blipFill>
        <p:spPr bwMode="auto">
          <a:xfrm>
            <a:off x="8464909" y="2090248"/>
            <a:ext cx="2817941" cy="69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AD5896A8-1961-349E-3D19-4886C8389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03" b="78415"/>
          <a:stretch/>
        </p:blipFill>
        <p:spPr bwMode="auto">
          <a:xfrm>
            <a:off x="5061590" y="2090248"/>
            <a:ext cx="2881893" cy="71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143BC-F939-A558-8732-D6BF9E8A0F4C}"/>
              </a:ext>
            </a:extLst>
          </p:cNvPr>
          <p:cNvSpPr txBox="1"/>
          <p:nvPr/>
        </p:nvSpPr>
        <p:spPr>
          <a:xfrm>
            <a:off x="741915" y="3286137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2c4q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130F86A-4D92-29C1-6D29-E9F7956161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9" b="78482"/>
          <a:stretch/>
        </p:blipFill>
        <p:spPr bwMode="auto">
          <a:xfrm>
            <a:off x="1791134" y="3033503"/>
            <a:ext cx="2881893" cy="7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EB0DF79C-EC61-17C3-96DC-54C7E18FD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9" b="78482"/>
          <a:stretch/>
        </p:blipFill>
        <p:spPr bwMode="auto">
          <a:xfrm>
            <a:off x="5061590" y="3016252"/>
            <a:ext cx="2881894" cy="70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484569FC-7295-1109-948A-E600A16C9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9" b="78482"/>
          <a:stretch/>
        </p:blipFill>
        <p:spPr bwMode="auto">
          <a:xfrm>
            <a:off x="8464909" y="3019939"/>
            <a:ext cx="2817941" cy="6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BFB00C-CC77-0344-49A3-DFD72214F6AE}"/>
              </a:ext>
            </a:extLst>
          </p:cNvPr>
          <p:cNvSpPr txBox="1"/>
          <p:nvPr/>
        </p:nvSpPr>
        <p:spPr>
          <a:xfrm>
            <a:off x="741915" y="4102106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2c4y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0B1071B-E08C-CBEB-D040-E5659230C0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38" b="79094"/>
          <a:stretch/>
        </p:blipFill>
        <p:spPr bwMode="auto">
          <a:xfrm>
            <a:off x="1791134" y="4851494"/>
            <a:ext cx="2879875" cy="68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0FA015F4-A633-9106-6595-53C7C5F10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56" b="79128"/>
          <a:stretch/>
        </p:blipFill>
        <p:spPr bwMode="auto">
          <a:xfrm>
            <a:off x="5061590" y="4869252"/>
            <a:ext cx="2817941" cy="67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EC1F79F4-2711-9CF5-4C36-6174B7DE06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44" b="79094"/>
          <a:stretch/>
        </p:blipFill>
        <p:spPr bwMode="auto">
          <a:xfrm>
            <a:off x="8464909" y="4855182"/>
            <a:ext cx="2817941" cy="67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9BF4DCB-56F3-B044-4540-F3D9EE973C63}"/>
              </a:ext>
            </a:extLst>
          </p:cNvPr>
          <p:cNvSpPr txBox="1"/>
          <p:nvPr/>
        </p:nvSpPr>
        <p:spPr>
          <a:xfrm>
            <a:off x="756342" y="50807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2c4z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6AB460-0A82-79DD-B185-E74A677EBED3}"/>
              </a:ext>
            </a:extLst>
          </p:cNvPr>
          <p:cNvSpPr txBox="1"/>
          <p:nvPr/>
        </p:nvSpPr>
        <p:spPr>
          <a:xfrm>
            <a:off x="367735" y="5810510"/>
            <a:ext cx="143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2bu1, 2c4q, 2c4y, 2c4z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04493734-15C1-8DA9-39A7-B997E11431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7319" b="78209"/>
          <a:stretch/>
        </p:blipFill>
        <p:spPr bwMode="auto">
          <a:xfrm>
            <a:off x="1791135" y="5748330"/>
            <a:ext cx="2878756" cy="69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1498BE4E-07BE-E549-B696-895F8B58D6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82" b="78030"/>
          <a:stretch/>
        </p:blipFill>
        <p:spPr bwMode="auto">
          <a:xfrm>
            <a:off x="5061590" y="5737733"/>
            <a:ext cx="2879876" cy="7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3DC999CF-98BE-EFDD-2181-D7ACC583A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30" b="78030"/>
          <a:stretch/>
        </p:blipFill>
        <p:spPr bwMode="auto">
          <a:xfrm>
            <a:off x="8464909" y="5735645"/>
            <a:ext cx="2817941" cy="69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F4DE53-2D8E-7B83-E84E-D8D3E277A6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09" b="79021"/>
          <a:stretch/>
        </p:blipFill>
        <p:spPr bwMode="auto">
          <a:xfrm>
            <a:off x="1791134" y="3921088"/>
            <a:ext cx="2878757" cy="68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15DEE40A-77A2-C9CC-B496-0CFC852FB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09" b="78244"/>
          <a:stretch/>
        </p:blipFill>
        <p:spPr bwMode="auto">
          <a:xfrm>
            <a:off x="5061590" y="3931588"/>
            <a:ext cx="2878757" cy="71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E5AFA259-00AB-3150-C96E-3BF225C61F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29" b="78864"/>
          <a:stretch/>
        </p:blipFill>
        <p:spPr bwMode="auto">
          <a:xfrm>
            <a:off x="8464909" y="3915966"/>
            <a:ext cx="2881894" cy="69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51D4CFA-DA88-834C-A63A-BAA01B86F7C5}"/>
              </a:ext>
            </a:extLst>
          </p:cNvPr>
          <p:cNvSpPr/>
          <p:nvPr/>
        </p:nvSpPr>
        <p:spPr>
          <a:xfrm>
            <a:off x="1966126" y="5838421"/>
            <a:ext cx="356612" cy="6997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2EA8AF-30A5-1CD8-BFD4-C54C98B4BC5E}"/>
              </a:ext>
            </a:extLst>
          </p:cNvPr>
          <p:cNvSpPr/>
          <p:nvPr/>
        </p:nvSpPr>
        <p:spPr>
          <a:xfrm>
            <a:off x="3640349" y="4984195"/>
            <a:ext cx="603848" cy="2201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753718-F177-C008-BFDC-EB2EB31A29A7}"/>
              </a:ext>
            </a:extLst>
          </p:cNvPr>
          <p:cNvSpPr/>
          <p:nvPr/>
        </p:nvSpPr>
        <p:spPr>
          <a:xfrm>
            <a:off x="3640348" y="4083412"/>
            <a:ext cx="544450" cy="2201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98D04E-FCB7-B550-6C55-AE720E9A5EB1}"/>
              </a:ext>
            </a:extLst>
          </p:cNvPr>
          <p:cNvSpPr/>
          <p:nvPr/>
        </p:nvSpPr>
        <p:spPr>
          <a:xfrm>
            <a:off x="3640349" y="3176038"/>
            <a:ext cx="559306" cy="2201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7A265F-6861-A857-526B-BD2F802D9966}"/>
              </a:ext>
            </a:extLst>
          </p:cNvPr>
          <p:cNvSpPr/>
          <p:nvPr/>
        </p:nvSpPr>
        <p:spPr>
          <a:xfrm>
            <a:off x="3640348" y="2281020"/>
            <a:ext cx="559307" cy="2201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DF594B-7653-11D0-C111-6987AAFA48F2}"/>
              </a:ext>
            </a:extLst>
          </p:cNvPr>
          <p:cNvSpPr/>
          <p:nvPr/>
        </p:nvSpPr>
        <p:spPr>
          <a:xfrm>
            <a:off x="2901680" y="5356560"/>
            <a:ext cx="205810" cy="224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A091F2-7BED-0B3B-4A11-2C04F78D3C86}"/>
              </a:ext>
            </a:extLst>
          </p:cNvPr>
          <p:cNvSpPr/>
          <p:nvPr/>
        </p:nvSpPr>
        <p:spPr>
          <a:xfrm>
            <a:off x="2901680" y="4440674"/>
            <a:ext cx="205810" cy="224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246587-8E12-98DF-E428-1C86AF14D70E}"/>
              </a:ext>
            </a:extLst>
          </p:cNvPr>
          <p:cNvSpPr/>
          <p:nvPr/>
        </p:nvSpPr>
        <p:spPr>
          <a:xfrm>
            <a:off x="2901680" y="3527483"/>
            <a:ext cx="205810" cy="224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7FF3850-4B22-7966-8F54-B2780C3B114C}"/>
              </a:ext>
            </a:extLst>
          </p:cNvPr>
          <p:cNvSpPr/>
          <p:nvPr/>
        </p:nvSpPr>
        <p:spPr>
          <a:xfrm>
            <a:off x="2910680" y="2649512"/>
            <a:ext cx="205810" cy="224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D5D3760-4ECB-3C66-4F17-1618AAC9A28A}"/>
              </a:ext>
            </a:extLst>
          </p:cNvPr>
          <p:cNvSpPr/>
          <p:nvPr/>
        </p:nvSpPr>
        <p:spPr>
          <a:xfrm>
            <a:off x="2910680" y="6258609"/>
            <a:ext cx="205810" cy="224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6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0C08-FC98-1A64-D6CB-6631A898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1_Mutations: 2c4q, 2bu1, 2c4y, 2c4z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8269DC-3F61-36ED-D5F6-BD5A53F77A44}"/>
              </a:ext>
            </a:extLst>
          </p:cNvPr>
          <p:cNvSpPr txBox="1"/>
          <p:nvPr/>
        </p:nvSpPr>
        <p:spPr>
          <a:xfrm>
            <a:off x="1164345" y="264859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2bu1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AA9E4CBD-324F-1AD2-E3FA-3D545D6B2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498" y="1651111"/>
            <a:ext cx="3325326" cy="236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C3B6338D-0D99-94F2-1840-E2E45F99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921" y="1651112"/>
            <a:ext cx="3325327" cy="236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7BAFC09-AEC1-79CD-0A33-B33A18A31A41}"/>
              </a:ext>
            </a:extLst>
          </p:cNvPr>
          <p:cNvSpPr txBox="1"/>
          <p:nvPr/>
        </p:nvSpPr>
        <p:spPr>
          <a:xfrm>
            <a:off x="6457950" y="264859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2c4q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7031E9-F371-32D7-072E-2B4C9CFFD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921" y="4128576"/>
            <a:ext cx="3325327" cy="236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AD4C56-2AF7-C68A-64D5-BD8002EC2A83}"/>
              </a:ext>
            </a:extLst>
          </p:cNvPr>
          <p:cNvSpPr txBox="1"/>
          <p:nvPr/>
        </p:nvSpPr>
        <p:spPr>
          <a:xfrm>
            <a:off x="1164345" y="512605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90EA9CC-80EA-56AD-6250-EC0652239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497" y="4128576"/>
            <a:ext cx="3325327" cy="236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0B1BF7C-F2F8-1F63-5495-AED69BF98EE4}"/>
              </a:ext>
            </a:extLst>
          </p:cNvPr>
          <p:cNvSpPr txBox="1"/>
          <p:nvPr/>
        </p:nvSpPr>
        <p:spPr>
          <a:xfrm>
            <a:off x="6457950" y="512605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2c4z</a:t>
            </a:r>
          </a:p>
        </p:txBody>
      </p:sp>
    </p:spTree>
    <p:extLst>
      <p:ext uri="{BB962C8B-B14F-4D97-AF65-F5344CB8AC3E}">
        <p14:creationId xmlns:p14="http://schemas.microsoft.com/office/powerpoint/2010/main" val="372280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0C08-FC98-1A64-D6CB-6631A898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2_Mutations: 2c4q, 2bu1, 2c4y, 2c4z</a:t>
            </a:r>
          </a:p>
        </p:txBody>
      </p:sp>
      <p:pic>
        <p:nvPicPr>
          <p:cNvPr id="3" name="Picture 14">
            <a:extLst>
              <a:ext uri="{FF2B5EF4-FFF2-40B4-BE49-F238E27FC236}">
                <a16:creationId xmlns:a16="http://schemas.microsoft.com/office/drawing/2014/main" id="{38C545FE-E4A4-D8F1-113C-82080EB65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599" y="1805111"/>
            <a:ext cx="3112911" cy="222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725185-7CBF-3E91-C93B-B4682DFF8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0" y="1825684"/>
            <a:ext cx="3112911" cy="22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A9DDF7-2F2C-7133-3A71-5C869964F122}"/>
              </a:ext>
            </a:extLst>
          </p:cNvPr>
          <p:cNvSpPr txBox="1"/>
          <p:nvPr/>
        </p:nvSpPr>
        <p:spPr>
          <a:xfrm>
            <a:off x="1363839" y="273296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2bu1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3E676-5CB3-AC74-A7DE-051731462ABD}"/>
              </a:ext>
            </a:extLst>
          </p:cNvPr>
          <p:cNvSpPr txBox="1"/>
          <p:nvPr/>
        </p:nvSpPr>
        <p:spPr>
          <a:xfrm>
            <a:off x="6473634" y="273296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2c4q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A2D755-9D53-6A9A-B031-A700EC241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94" y="4173952"/>
            <a:ext cx="3205122" cy="222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9A37FF-21A8-BB5A-20C3-3AC2455265D9}"/>
              </a:ext>
            </a:extLst>
          </p:cNvPr>
          <p:cNvSpPr txBox="1"/>
          <p:nvPr/>
        </p:nvSpPr>
        <p:spPr>
          <a:xfrm>
            <a:off x="1363839" y="51030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492DCD-C2E9-723A-83EF-053E075EB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0" y="4173952"/>
            <a:ext cx="3205122" cy="222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31C83D-D1EA-A444-B1AD-C1340CAB9515}"/>
              </a:ext>
            </a:extLst>
          </p:cNvPr>
          <p:cNvSpPr txBox="1"/>
          <p:nvPr/>
        </p:nvSpPr>
        <p:spPr>
          <a:xfrm>
            <a:off x="6473634" y="51030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2c4z</a:t>
            </a:r>
          </a:p>
        </p:txBody>
      </p:sp>
    </p:spTree>
    <p:extLst>
      <p:ext uri="{BB962C8B-B14F-4D97-AF65-F5344CB8AC3E}">
        <p14:creationId xmlns:p14="http://schemas.microsoft.com/office/powerpoint/2010/main" val="401448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0C08-FC98-1A64-D6CB-6631A898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3_Mutations: 2c4q, 2bu1, 2c4y, 2c4z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22C2C564-E782-E1DE-E898-39A1A2C5C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011" y="1690688"/>
            <a:ext cx="3324990" cy="236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874E447-AE22-EF98-AE05-6413E5547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1" y="1690687"/>
            <a:ext cx="3324990" cy="236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06B29-94D5-8E14-B651-D9340B365E92}"/>
              </a:ext>
            </a:extLst>
          </p:cNvPr>
          <p:cNvSpPr txBox="1"/>
          <p:nvPr/>
        </p:nvSpPr>
        <p:spPr>
          <a:xfrm>
            <a:off x="1233106" y="269240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2bu1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21072-64C2-E5B8-1C46-62EC9D5FE528}"/>
              </a:ext>
            </a:extLst>
          </p:cNvPr>
          <p:cNvSpPr txBox="1"/>
          <p:nvPr/>
        </p:nvSpPr>
        <p:spPr>
          <a:xfrm>
            <a:off x="6477001" y="269240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2c4q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C36634D-CC80-4FEB-F82E-637AB394D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011" y="4224876"/>
            <a:ext cx="3324990" cy="231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2209CF-273B-1CDB-6B17-6729DF2B9D7C}"/>
              </a:ext>
            </a:extLst>
          </p:cNvPr>
          <p:cNvSpPr txBox="1"/>
          <p:nvPr/>
        </p:nvSpPr>
        <p:spPr>
          <a:xfrm>
            <a:off x="1363839" y="51030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2c4y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FAA3991-D35C-131A-A27B-0B1BA6076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1" y="4166922"/>
            <a:ext cx="3324990" cy="236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93C5F2-49AC-E1FA-D5CC-58830770FA0B}"/>
              </a:ext>
            </a:extLst>
          </p:cNvPr>
          <p:cNvSpPr txBox="1"/>
          <p:nvPr/>
        </p:nvSpPr>
        <p:spPr>
          <a:xfrm>
            <a:off x="6478765" y="51030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2c4z</a:t>
            </a:r>
          </a:p>
        </p:txBody>
      </p:sp>
    </p:spTree>
    <p:extLst>
      <p:ext uri="{BB962C8B-B14F-4D97-AF65-F5344CB8AC3E}">
        <p14:creationId xmlns:p14="http://schemas.microsoft.com/office/powerpoint/2010/main" val="148075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0C08-FC98-1A64-D6CB-6631A898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4_Mutations: 2c4q, 2bu1, 2c4y, 2c4z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B1361-579C-FA1A-9FFF-5A613B8E5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521" y="1742285"/>
            <a:ext cx="3171304" cy="224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646AA2-F14E-3D64-20D5-985EC28BB942}"/>
              </a:ext>
            </a:extLst>
          </p:cNvPr>
          <p:cNvSpPr txBox="1"/>
          <p:nvPr/>
        </p:nvSpPr>
        <p:spPr>
          <a:xfrm>
            <a:off x="1228725" y="259505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2bu1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5F34F-9460-82B0-02C2-38B64AD1B7F6}"/>
              </a:ext>
            </a:extLst>
          </p:cNvPr>
          <p:cNvSpPr txBox="1"/>
          <p:nvPr/>
        </p:nvSpPr>
        <p:spPr>
          <a:xfrm>
            <a:off x="6210302" y="259505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2c4q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1FAEC8D-C21C-7989-5261-60987420A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246" y="1861778"/>
            <a:ext cx="3171305" cy="224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CC992-4D88-2235-B293-1441CF6FB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521" y="4204515"/>
            <a:ext cx="3171304" cy="224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D8480D-1B70-0F0B-4D2C-F02F7D3CDC5F}"/>
              </a:ext>
            </a:extLst>
          </p:cNvPr>
          <p:cNvSpPr txBox="1"/>
          <p:nvPr/>
        </p:nvSpPr>
        <p:spPr>
          <a:xfrm>
            <a:off x="1363839" y="51030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44B48D-2D97-2320-0F78-3FD65D762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247" y="4276183"/>
            <a:ext cx="3171304" cy="224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0918D5-AD08-4AB3-D8A5-A7CA03A33910}"/>
              </a:ext>
            </a:extLst>
          </p:cNvPr>
          <p:cNvSpPr txBox="1"/>
          <p:nvPr/>
        </p:nvSpPr>
        <p:spPr>
          <a:xfrm>
            <a:off x="6210302" y="51030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2c4z</a:t>
            </a:r>
          </a:p>
        </p:txBody>
      </p:sp>
    </p:spTree>
    <p:extLst>
      <p:ext uri="{BB962C8B-B14F-4D97-AF65-F5344CB8AC3E}">
        <p14:creationId xmlns:p14="http://schemas.microsoft.com/office/powerpoint/2010/main" val="277367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0C08-FC98-1A64-D6CB-6631A898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AF_Mutations</a:t>
            </a:r>
            <a:r>
              <a:rPr lang="en-US" dirty="0"/>
              <a:t>: 2c4q, 2bu1, 2c4y, 2c4z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2801C-5A71-D94C-7C1B-B8EAA81EFB16}"/>
              </a:ext>
            </a:extLst>
          </p:cNvPr>
          <p:cNvSpPr txBox="1"/>
          <p:nvPr/>
        </p:nvSpPr>
        <p:spPr>
          <a:xfrm>
            <a:off x="1267775" y="285596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2bu1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15D12-EA84-90A7-2819-66120E92F7AE}"/>
              </a:ext>
            </a:extLst>
          </p:cNvPr>
          <p:cNvSpPr txBox="1"/>
          <p:nvPr/>
        </p:nvSpPr>
        <p:spPr>
          <a:xfrm>
            <a:off x="6486525" y="285596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2c4q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1F42C7A5-2764-8F1B-A552-800CE863D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271" y="1880848"/>
            <a:ext cx="3279094" cy="23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D98EB2-CF97-3920-590B-2E190F3D1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57" y="4200411"/>
            <a:ext cx="3279094" cy="23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CF6348-F291-35FC-6224-90858DC0B3A6}"/>
              </a:ext>
            </a:extLst>
          </p:cNvPr>
          <p:cNvSpPr txBox="1"/>
          <p:nvPr/>
        </p:nvSpPr>
        <p:spPr>
          <a:xfrm>
            <a:off x="1363839" y="51030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DAC7C4-5F79-70CE-99CA-8FE4E3094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57" y="1621126"/>
            <a:ext cx="3279094" cy="23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A4BD64-0743-3A1D-3366-E6BBE93CA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271" y="4127950"/>
            <a:ext cx="3279095" cy="23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3E6710-2F27-6352-8C6A-41BFD59833BE}"/>
              </a:ext>
            </a:extLst>
          </p:cNvPr>
          <p:cNvSpPr txBox="1"/>
          <p:nvPr/>
        </p:nvSpPr>
        <p:spPr>
          <a:xfrm>
            <a:off x="6486525" y="510306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2c4z</a:t>
            </a:r>
          </a:p>
        </p:txBody>
      </p:sp>
    </p:spTree>
    <p:extLst>
      <p:ext uri="{BB962C8B-B14F-4D97-AF65-F5344CB8AC3E}">
        <p14:creationId xmlns:p14="http://schemas.microsoft.com/office/powerpoint/2010/main" val="47398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5B1818C-8430-AD68-B698-BDC5EF179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00" y="2814008"/>
            <a:ext cx="3969680" cy="329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B3196352-BBA7-678D-D7A9-FAA265BDE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486" y="2814007"/>
            <a:ext cx="3969680" cy="329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32E9CBBD-BC17-9817-8891-C3227AB30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843" y="2814007"/>
            <a:ext cx="3969680" cy="329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754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2c4q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66913" y="2274516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5424726" y="2274516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9511231" y="227451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8BA61C-0A76-09BF-A1E1-AAFE06594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439" y="2909127"/>
            <a:ext cx="4127927" cy="342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F67F769-A994-E5C4-EE76-1994B88EC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036" y="2909128"/>
            <a:ext cx="4127928" cy="342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8FA1D81-9BA2-67EE-7A73-533E75CA7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514" y="2909127"/>
            <a:ext cx="4127928" cy="342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2c4y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66913" y="2274516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5424726" y="2274516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9511231" y="227451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244686-DD0D-1D19-64D6-2515C8F87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05" y="3018355"/>
            <a:ext cx="3938596" cy="32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04D53E1-2AE7-78F5-396B-9EDC3B707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701" y="3018355"/>
            <a:ext cx="3938596" cy="32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AFB51BE-F525-C7E6-3923-19DBB513C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180" y="3018355"/>
            <a:ext cx="3938596" cy="32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783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2c4z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66913" y="2274516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5460708" y="2274516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9511231" y="227451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7B8D0EF-3D10-127F-EFBD-778C791B2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43600"/>
            <a:ext cx="4072417" cy="337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2434711-F78B-7E30-991B-42002927C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462" y="2943599"/>
            <a:ext cx="4079043" cy="338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C3FFD33C-5D6F-03B3-7E69-7E7B24995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49" y="2943599"/>
            <a:ext cx="4072418" cy="337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20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2bu1, 2c4q, 2c4y, 2c4z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66913" y="2274516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5460708" y="2274516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9511231" y="227451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64F1EBF-E821-D65B-25D4-B58FB49A2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63" y="2961202"/>
            <a:ext cx="3875041" cy="321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5F8137B-9755-C129-A611-0ABAA5041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460" y="2961203"/>
            <a:ext cx="3875041" cy="321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693CCC14-47FE-06A9-E3D2-F6257F93F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957" y="2961203"/>
            <a:ext cx="3875041" cy="321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80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33926</TotalTime>
  <Words>178</Words>
  <Application>Microsoft Macintosh PowerPoint</Application>
  <PresentationFormat>Widescreen</PresentationFormat>
  <Paragraphs>61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MS2 Native Structures</vt:lpstr>
      <vt:lpstr>2bu1, 2c4q, 2c4y, 2c4z – MS2 Protein Complex </vt:lpstr>
      <vt:lpstr>1_Mutations: 2c4q, 2bu1, 2c4y, 2c4z</vt:lpstr>
      <vt:lpstr>2_Mutations: 2c4q, 2bu1, 2c4y, 2c4z</vt:lpstr>
      <vt:lpstr>3_Mutations: 2c4q, 2bu1, 2c4y, 2c4z</vt:lpstr>
      <vt:lpstr>4_Mutations: 2c4q, 2bu1, 2c4y, 2c4z</vt:lpstr>
      <vt:lpstr>AF_Mutations: 2c4q, 2bu1, 2c4y, 2c4z</vt:lpstr>
      <vt:lpstr>2bu1 Phi &amp; Gamma Graphs</vt:lpstr>
      <vt:lpstr>2c4q Phi &amp; Gamma Graphs</vt:lpstr>
      <vt:lpstr>2c4y Phi &amp; Gamma Graphs</vt:lpstr>
      <vt:lpstr>2c4z Phi &amp; Gamma Graphs</vt:lpstr>
      <vt:lpstr>2bu1, 2c4q, 2c4y, 2c4z Phi &amp; Gamma Graphs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17</cp:revision>
  <dcterms:created xsi:type="dcterms:W3CDTF">2024-05-28T17:18:23Z</dcterms:created>
  <dcterms:modified xsi:type="dcterms:W3CDTF">2024-07-15T19:00:12Z</dcterms:modified>
</cp:coreProperties>
</file>